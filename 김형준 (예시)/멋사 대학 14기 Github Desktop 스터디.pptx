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97" r:id="rId3"/>
    <p:sldId id="281" r:id="rId4"/>
    <p:sldId id="279" r:id="rId5"/>
    <p:sldId id="284" r:id="rId6"/>
    <p:sldId id="283" r:id="rId7"/>
    <p:sldId id="282" r:id="rId8"/>
    <p:sldId id="280" r:id="rId9"/>
    <p:sldId id="285" r:id="rId10"/>
    <p:sldId id="286" r:id="rId11"/>
    <p:sldId id="288" r:id="rId12"/>
    <p:sldId id="289" r:id="rId13"/>
    <p:sldId id="290" r:id="rId14"/>
    <p:sldId id="291" r:id="rId15"/>
    <p:sldId id="292" r:id="rId16"/>
    <p:sldId id="296" r:id="rId17"/>
    <p:sldId id="294" r:id="rId18"/>
    <p:sldId id="293" r:id="rId19"/>
    <p:sldId id="29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000"/>
    <a:srgbClr val="FFFF00"/>
    <a:srgbClr val="19191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0314" autoAdjust="0"/>
  </p:normalViewPr>
  <p:slideViewPr>
    <p:cSldViewPr snapToGrid="0">
      <p:cViewPr varScale="1">
        <p:scale>
          <a:sx n="71" d="100"/>
          <a:sy n="71" d="100"/>
        </p:scale>
        <p:origin x="13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8D092-4137-4E27-AA73-7046F2F1AA9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385B2-57AF-42BF-98AC-345681AAD6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98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8707-AE31-FE40-2F90-4DC994CA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EC2F7C-CC1B-5EDF-D628-B7A6D5689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0A57CE-AE48-5922-6BB9-777B50BDA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97776-66A5-FED4-A04D-7AFC1F76F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353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30E1-2421-680C-57DE-3816B658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24B90-8561-4D90-CE81-B28CE0E07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78B872-BAB8-9472-4AC6-975CDA801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F2F1E-EFBD-9D5D-0D75-3BCCFBFF9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81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FADC-5A86-2683-317D-C4C7215F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11350C-FC80-F225-E7FC-3D0B80079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EDCF4A-D47B-8B45-5D1C-123E783CD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7530A9-338F-CC6D-5342-340B5E396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505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6775-A555-FCF1-E86B-00E55718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AB9BE6-2CB6-4F10-6FC9-34B1D5C98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6A1CA7-7586-EB2C-0247-84AD57626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BFD68-F798-4190-4B91-18D9492B0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342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0099-64BD-E348-84A0-2A09099B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4EB49F-07B9-C388-230D-B486E1504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E1D089-E535-195E-252F-DE4AF55A0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81CBFF-67DF-5FCD-0288-8154729BB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882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D7E62-0BE1-1714-B5FE-1EA33DB7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EF068-4EB9-4D3B-77A2-C6F96FBC5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4F9651-95C3-791A-27C5-0194685A3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EC91F-461C-60A3-731E-87A45B975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122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4D1A-06AD-EED4-9B0F-DF387F5A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CFB54A-B272-322E-D021-13F55AFB5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AA76FF-17A7-4AFF-DAE3-8F5C1F00A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27F7F-30E7-E522-DC7A-6A700C71B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376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4D1A-06AD-EED4-9B0F-DF387F5A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CFB54A-B272-322E-D021-13F55AFB5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AA76FF-17A7-4AFF-DAE3-8F5C1F00A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27F7F-30E7-E522-DC7A-6A700C71B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115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E7183-2B0E-25D4-A172-4B584387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B991A8-88E6-517F-9CCC-0ACCF6EE4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3EF42B-04F8-6D1B-E8BD-494B2EDE9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1A406-67E8-4251-160A-86E71D9FD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85B2-57AF-42BF-98AC-345681AAD61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4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6FC6C2-D6F9-E8F0-0A48-C6FCFC85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534C-0279-4AD6-AFF5-6D1299E43832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C9F915-F4BE-8889-1A6B-F2D99B29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D02917-6265-DD32-E1E4-DD270EC1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737D-B5E8-475B-BF69-B48095241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29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8076A1-06C5-A0E4-F851-A102AD99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534C-0279-4AD6-AFF5-6D1299E43832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DB92D8-1374-FB1F-EAE0-687F4296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FE5589-572F-2464-10E4-6162B118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737D-B5E8-475B-BF69-B48095241AF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30D816-C223-243B-7FE1-F631B3D8201B}"/>
              </a:ext>
            </a:extLst>
          </p:cNvPr>
          <p:cNvSpPr/>
          <p:nvPr userDrawn="1"/>
        </p:nvSpPr>
        <p:spPr>
          <a:xfrm>
            <a:off x="9528464" y="0"/>
            <a:ext cx="2663536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85C8E4-0B23-F97D-9798-8B28E18010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330" y="6406729"/>
            <a:ext cx="1237811" cy="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3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60EF9-2BB9-63B2-FAFA-18ABD189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2" y="520768"/>
            <a:ext cx="10515600" cy="656279"/>
          </a:xfrm>
        </p:spPr>
        <p:txBody>
          <a:bodyPr/>
          <a:lstStyle>
            <a:lvl1pPr>
              <a:defRPr sz="2800">
                <a:solidFill>
                  <a:srgbClr val="19191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B4DA35-1786-E0CB-3513-3428628C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534C-0279-4AD6-AFF5-6D1299E43832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2685CE-5276-A166-8D4C-EA34ADFA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B29CA3-1AD2-B90B-3551-96C07BD9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737D-B5E8-475B-BF69-B48095241AF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95FA64-7CB4-08B1-BF1E-74EC91AB8C20}"/>
              </a:ext>
            </a:extLst>
          </p:cNvPr>
          <p:cNvSpPr/>
          <p:nvPr userDrawn="1"/>
        </p:nvSpPr>
        <p:spPr>
          <a:xfrm>
            <a:off x="0" y="6359236"/>
            <a:ext cx="12192000" cy="498763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60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9DAAB9-9516-9DB2-3251-88324057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7DA8D-04DC-CBB4-4F73-0E471B012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B90C96-CE96-80F1-58D7-FFFD52C54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A534C-0279-4AD6-AFF5-6D1299E43832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FEC054-990A-0BCA-B0B9-1D9DDC214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006302-01FE-E143-4820-66B647387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E737D-B5E8-475B-BF69-B48095241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38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8.sv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17.svg"/><Relationship Id="rId4" Type="http://schemas.openxmlformats.org/officeDocument/2006/relationships/image" Target="../media/image19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3.svg"/><Relationship Id="rId4" Type="http://schemas.openxmlformats.org/officeDocument/2006/relationships/image" Target="../media/image12.jpe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3.svg"/><Relationship Id="rId4" Type="http://schemas.openxmlformats.org/officeDocument/2006/relationships/image" Target="../media/image12.jpe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3.svg"/><Relationship Id="rId4" Type="http://schemas.openxmlformats.org/officeDocument/2006/relationships/image" Target="../media/image12.jpe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19B1-0B2F-AF15-E77F-CA00EEB32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4E92641-F49F-6010-6A19-1D742B9A8097}"/>
              </a:ext>
            </a:extLst>
          </p:cNvPr>
          <p:cNvSpPr txBox="1"/>
          <p:nvPr/>
        </p:nvSpPr>
        <p:spPr>
          <a:xfrm>
            <a:off x="1953859" y="4731805"/>
            <a:ext cx="50722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solidFill>
                  <a:srgbClr val="19191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Git/GitHub </a:t>
            </a:r>
            <a:r>
              <a:rPr lang="ko-KR" altLang="en-US" sz="4800" dirty="0">
                <a:solidFill>
                  <a:srgbClr val="19191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스터디</a:t>
            </a:r>
          </a:p>
        </p:txBody>
      </p:sp>
      <p:pic>
        <p:nvPicPr>
          <p:cNvPr id="1026" name="Picture 2" descr="Github 로고 - 무료 소셜 미디어개 아이콘">
            <a:extLst>
              <a:ext uri="{FF2B5EF4-FFF2-40B4-BE49-F238E27FC236}">
                <a16:creationId xmlns:a16="http://schemas.microsoft.com/office/drawing/2014/main" id="{C7C3A15C-D0A7-3AF3-88F1-E4DE366D9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320" y="4789066"/>
            <a:ext cx="716474" cy="7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448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5EAE4-C5A6-3E3D-8F21-96BE279D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 준비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4F4B1E-703D-9843-6BBB-A01B87DA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92" y="1530401"/>
            <a:ext cx="5346302" cy="37971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DF7BCE-557D-878F-D111-8EE50FF6F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314"/>
          <a:stretch>
            <a:fillRect/>
          </a:stretch>
        </p:blipFill>
        <p:spPr>
          <a:xfrm>
            <a:off x="6221506" y="1530401"/>
            <a:ext cx="5346302" cy="37997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A99E04-5B6D-1FA8-EA34-A575B5B8C4EE}"/>
              </a:ext>
            </a:extLst>
          </p:cNvPr>
          <p:cNvSpPr txBox="1"/>
          <p:nvPr/>
        </p:nvSpPr>
        <p:spPr>
          <a:xfrm>
            <a:off x="621902" y="5327598"/>
            <a:ext cx="1470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▲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다운로드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F73AE0-2480-1339-8360-943FFE13B2BC}"/>
              </a:ext>
            </a:extLst>
          </p:cNvPr>
          <p:cNvSpPr txBox="1"/>
          <p:nvPr/>
        </p:nvSpPr>
        <p:spPr>
          <a:xfrm>
            <a:off x="6221508" y="5327598"/>
            <a:ext cx="18614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▲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GitHub 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회원가입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367AD-E89C-8163-49AC-812D2F5F5D4C}"/>
              </a:ext>
            </a:extLst>
          </p:cNvPr>
          <p:cNvSpPr txBox="1"/>
          <p:nvPr/>
        </p:nvSpPr>
        <p:spPr>
          <a:xfrm>
            <a:off x="3698910" y="4854829"/>
            <a:ext cx="216597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https://git-scm.com/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27873-379F-9229-C30E-F195971FCBAE}"/>
              </a:ext>
            </a:extLst>
          </p:cNvPr>
          <p:cNvSpPr txBox="1"/>
          <p:nvPr/>
        </p:nvSpPr>
        <p:spPr>
          <a:xfrm>
            <a:off x="9394105" y="4854829"/>
            <a:ext cx="20393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https://github.com/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63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5EAE4-C5A6-3E3D-8F21-96BE279D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 준비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4F4B1E-703D-9843-6BBB-A01B87DA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92" y="1530401"/>
            <a:ext cx="5346302" cy="37971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A99E04-5B6D-1FA8-EA34-A575B5B8C4EE}"/>
              </a:ext>
            </a:extLst>
          </p:cNvPr>
          <p:cNvSpPr txBox="1"/>
          <p:nvPr/>
        </p:nvSpPr>
        <p:spPr>
          <a:xfrm>
            <a:off x="621902" y="5327598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▲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GitHub Desktop 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76C70F-EA2A-4630-4F44-A2A833811D0A}"/>
              </a:ext>
            </a:extLst>
          </p:cNvPr>
          <p:cNvSpPr/>
          <p:nvPr/>
        </p:nvSpPr>
        <p:spPr>
          <a:xfrm>
            <a:off x="9518087" y="1523507"/>
            <a:ext cx="2267164" cy="3797197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367AD-E89C-8163-49AC-812D2F5F5D4C}"/>
              </a:ext>
            </a:extLst>
          </p:cNvPr>
          <p:cNvSpPr txBox="1"/>
          <p:nvPr/>
        </p:nvSpPr>
        <p:spPr>
          <a:xfrm>
            <a:off x="3698910" y="4854829"/>
            <a:ext cx="216597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https://git-scm.com/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8A9789-0D25-49E0-3AFE-F3D7ED8DF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49" y="1528064"/>
            <a:ext cx="9111338" cy="37971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7CD1A6-072D-6E01-8951-0DD0FEB6441E}"/>
              </a:ext>
            </a:extLst>
          </p:cNvPr>
          <p:cNvSpPr txBox="1"/>
          <p:nvPr/>
        </p:nvSpPr>
        <p:spPr>
          <a:xfrm>
            <a:off x="671277" y="4850272"/>
            <a:ext cx="1084944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https://docs.github.com/ko/desktop/installing-and-authenticating-to-github-desktop/installing-github-desktop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208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5EAE4-C5A6-3E3D-8F21-96BE279D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[0] </a:t>
            </a:r>
            <a:r>
              <a:rPr lang="ko-KR" altLang="en-US" dirty="0"/>
              <a:t>사전 준비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FDE1416-61EC-4F9E-5E4B-D6D1EE61E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5" t="3436" r="3307" b="4839"/>
          <a:stretch>
            <a:fillRect/>
          </a:stretch>
        </p:blipFill>
        <p:spPr>
          <a:xfrm>
            <a:off x="624192" y="1397407"/>
            <a:ext cx="6282466" cy="40631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530698-AFAB-3F84-902E-0585B2D71920}"/>
              </a:ext>
            </a:extLst>
          </p:cNvPr>
          <p:cNvSpPr txBox="1"/>
          <p:nvPr/>
        </p:nvSpPr>
        <p:spPr>
          <a:xfrm>
            <a:off x="7087248" y="1397407"/>
            <a:ext cx="2884123" cy="788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Windows – ‘git bash’ 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검색해서</a:t>
            </a:r>
            <a:endParaRPr lang="en-US" altLang="ko-KR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얘 있으면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</a:t>
            </a:r>
            <a:r>
              <a:rPr lang="ko-KR" altLang="en-US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받아진거임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6A8D35-44FB-68EF-D833-0D2E1D68EBFC}"/>
              </a:ext>
            </a:extLst>
          </p:cNvPr>
          <p:cNvSpPr/>
          <p:nvPr/>
        </p:nvSpPr>
        <p:spPr>
          <a:xfrm>
            <a:off x="4528969" y="1990165"/>
            <a:ext cx="1194099" cy="14388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510BB12-6B19-A72B-1521-4DC58AD8D61D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 flipV="1">
            <a:off x="5723068" y="1791650"/>
            <a:ext cx="1364180" cy="91793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12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4842-7A68-9DA9-E958-68D6BC71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A14B7-CC4B-580D-73AA-EAB527E9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[0] </a:t>
            </a:r>
            <a:r>
              <a:rPr lang="ko-KR" altLang="en-US" dirty="0"/>
              <a:t>깃</a:t>
            </a:r>
            <a:r>
              <a:rPr lang="en-US" altLang="ko-KR" dirty="0"/>
              <a:t>(Git)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C842E5F-DEFF-D446-D1A3-62AC1B5359CA}"/>
              </a:ext>
            </a:extLst>
          </p:cNvPr>
          <p:cNvGrpSpPr/>
          <p:nvPr/>
        </p:nvGrpSpPr>
        <p:grpSpPr>
          <a:xfrm>
            <a:off x="624192" y="2048682"/>
            <a:ext cx="1512297" cy="577426"/>
            <a:chOff x="624192" y="1350819"/>
            <a:chExt cx="1512297" cy="577426"/>
          </a:xfrm>
        </p:grpSpPr>
        <p:pic>
          <p:nvPicPr>
            <p:cNvPr id="9" name="그래픽 8" descr="문서 단색으로 채워진">
              <a:extLst>
                <a:ext uri="{FF2B5EF4-FFF2-40B4-BE49-F238E27FC236}">
                  <a16:creationId xmlns:a16="http://schemas.microsoft.com/office/drawing/2014/main" id="{2541E63C-D686-B320-28C9-675232FC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AE532F-9002-2C08-A6B3-8BB0334BDE8E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800EDAB-EEC4-70F8-A5A9-867336895D98}"/>
              </a:ext>
            </a:extLst>
          </p:cNvPr>
          <p:cNvGrpSpPr/>
          <p:nvPr/>
        </p:nvGrpSpPr>
        <p:grpSpPr>
          <a:xfrm>
            <a:off x="2713915" y="2048682"/>
            <a:ext cx="2012434" cy="577426"/>
            <a:chOff x="624192" y="1350819"/>
            <a:chExt cx="2012434" cy="577426"/>
          </a:xfrm>
        </p:grpSpPr>
        <p:pic>
          <p:nvPicPr>
            <p:cNvPr id="12" name="그래픽 11" descr="문서 단색으로 채워진">
              <a:extLst>
                <a:ext uri="{FF2B5EF4-FFF2-40B4-BE49-F238E27FC236}">
                  <a16:creationId xmlns:a16="http://schemas.microsoft.com/office/drawing/2014/main" id="{822D11A7-7C0C-13C3-402B-7F8BD66A8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E406A5-5879-33A1-B602-E311D5DED732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B8C8C2E-FB1D-30B3-53CC-4C9050C9A455}"/>
              </a:ext>
            </a:extLst>
          </p:cNvPr>
          <p:cNvGrpSpPr/>
          <p:nvPr/>
        </p:nvGrpSpPr>
        <p:grpSpPr>
          <a:xfrm>
            <a:off x="5303775" y="2048682"/>
            <a:ext cx="2409979" cy="577426"/>
            <a:chOff x="624192" y="1350819"/>
            <a:chExt cx="2409979" cy="577426"/>
          </a:xfrm>
        </p:grpSpPr>
        <p:pic>
          <p:nvPicPr>
            <p:cNvPr id="18" name="그래픽 17" descr="문서 단색으로 채워진">
              <a:extLst>
                <a:ext uri="{FF2B5EF4-FFF2-40B4-BE49-F238E27FC236}">
                  <a16:creationId xmlns:a16="http://schemas.microsoft.com/office/drawing/2014/main" id="{DA5A82AA-D394-D01E-F3BE-FE30C3CBE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96DD522-786B-F67B-3B98-82E8C1559927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2C60E4D-9D9B-1D93-B666-BE97E0DFCE6C}"/>
              </a:ext>
            </a:extLst>
          </p:cNvPr>
          <p:cNvGrpSpPr/>
          <p:nvPr/>
        </p:nvGrpSpPr>
        <p:grpSpPr>
          <a:xfrm>
            <a:off x="8142514" y="2048682"/>
            <a:ext cx="2549441" cy="577426"/>
            <a:chOff x="624192" y="1350819"/>
            <a:chExt cx="2549441" cy="577426"/>
          </a:xfrm>
        </p:grpSpPr>
        <p:pic>
          <p:nvPicPr>
            <p:cNvPr id="21" name="그래픽 20" descr="문서 단색으로 채워진">
              <a:extLst>
                <a:ext uri="{FF2B5EF4-FFF2-40B4-BE49-F238E27FC236}">
                  <a16:creationId xmlns:a16="http://schemas.microsoft.com/office/drawing/2014/main" id="{2D4C978B-297F-9772-E4AB-A672D5417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73AC48E-A6BE-18C6-39F1-9A66866D9143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365C9AC-D38C-93B7-B200-218AA41CDA70}"/>
              </a:ext>
            </a:extLst>
          </p:cNvPr>
          <p:cNvGrpSpPr/>
          <p:nvPr/>
        </p:nvGrpSpPr>
        <p:grpSpPr>
          <a:xfrm>
            <a:off x="624192" y="3812936"/>
            <a:ext cx="1512297" cy="577426"/>
            <a:chOff x="624192" y="1350819"/>
            <a:chExt cx="1512297" cy="577426"/>
          </a:xfrm>
        </p:grpSpPr>
        <p:pic>
          <p:nvPicPr>
            <p:cNvPr id="37" name="그래픽 36" descr="문서 단색으로 채워진">
              <a:extLst>
                <a:ext uri="{FF2B5EF4-FFF2-40B4-BE49-F238E27FC236}">
                  <a16:creationId xmlns:a16="http://schemas.microsoft.com/office/drawing/2014/main" id="{154262D9-B1DE-981A-32F5-7DBCF9747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B30D01E-60C2-EF42-D050-3ECC44D916D1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C6DBAB9-0466-354F-C4D8-1FEA6896E4FF}"/>
              </a:ext>
            </a:extLst>
          </p:cNvPr>
          <p:cNvGrpSpPr/>
          <p:nvPr/>
        </p:nvGrpSpPr>
        <p:grpSpPr>
          <a:xfrm>
            <a:off x="2713915" y="3812936"/>
            <a:ext cx="2012434" cy="577426"/>
            <a:chOff x="624192" y="1350819"/>
            <a:chExt cx="2012434" cy="577426"/>
          </a:xfrm>
        </p:grpSpPr>
        <p:pic>
          <p:nvPicPr>
            <p:cNvPr id="40" name="그래픽 39" descr="문서 단색으로 채워진">
              <a:extLst>
                <a:ext uri="{FF2B5EF4-FFF2-40B4-BE49-F238E27FC236}">
                  <a16:creationId xmlns:a16="http://schemas.microsoft.com/office/drawing/2014/main" id="{9378D8FF-5DDC-BCA1-76C2-4FCF5D186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49E8A99-5175-835A-FBC0-50EC6BE0A519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1C0A44D-2C5E-555D-CEBD-44054B14C351}"/>
              </a:ext>
            </a:extLst>
          </p:cNvPr>
          <p:cNvGrpSpPr/>
          <p:nvPr/>
        </p:nvGrpSpPr>
        <p:grpSpPr>
          <a:xfrm>
            <a:off x="5303775" y="3812936"/>
            <a:ext cx="2409979" cy="577426"/>
            <a:chOff x="624192" y="1350819"/>
            <a:chExt cx="2409979" cy="577426"/>
          </a:xfrm>
        </p:grpSpPr>
        <p:pic>
          <p:nvPicPr>
            <p:cNvPr id="43" name="그래픽 42" descr="문서 단색으로 채워진">
              <a:extLst>
                <a:ext uri="{FF2B5EF4-FFF2-40B4-BE49-F238E27FC236}">
                  <a16:creationId xmlns:a16="http://schemas.microsoft.com/office/drawing/2014/main" id="{F3FB3C50-F445-7DE9-2736-B9923741A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69C64E9-67CC-B78C-C37F-7D2D753E86BA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FC3D575-8F27-AA3D-02A6-042EAF7112C5}"/>
              </a:ext>
            </a:extLst>
          </p:cNvPr>
          <p:cNvGrpSpPr/>
          <p:nvPr/>
        </p:nvGrpSpPr>
        <p:grpSpPr>
          <a:xfrm>
            <a:off x="8142514" y="3812936"/>
            <a:ext cx="2549441" cy="577426"/>
            <a:chOff x="624192" y="1350819"/>
            <a:chExt cx="2549441" cy="577426"/>
          </a:xfrm>
        </p:grpSpPr>
        <p:pic>
          <p:nvPicPr>
            <p:cNvPr id="46" name="그래픽 45" descr="문서 단색으로 채워진">
              <a:extLst>
                <a:ext uri="{FF2B5EF4-FFF2-40B4-BE49-F238E27FC236}">
                  <a16:creationId xmlns:a16="http://schemas.microsoft.com/office/drawing/2014/main" id="{685D4938-74DB-35CA-4E91-D907359DC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FD15950-AAA2-93E0-D614-A1BC633F475D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8A425D4-C756-D2C5-3FD5-03404343AEC1}"/>
              </a:ext>
            </a:extLst>
          </p:cNvPr>
          <p:cNvSpPr/>
          <p:nvPr/>
        </p:nvSpPr>
        <p:spPr>
          <a:xfrm>
            <a:off x="7992041" y="3645151"/>
            <a:ext cx="2699914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36A371C-DA27-7308-0422-3A3B6F455411}"/>
              </a:ext>
            </a:extLst>
          </p:cNvPr>
          <p:cNvSpPr/>
          <p:nvPr/>
        </p:nvSpPr>
        <p:spPr>
          <a:xfrm>
            <a:off x="9250685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06E3484-10A7-8033-9A7F-7625AB69AAC5}"/>
              </a:ext>
            </a:extLst>
          </p:cNvPr>
          <p:cNvCxnSpPr>
            <a:stCxn id="49" idx="2"/>
          </p:cNvCxnSpPr>
          <p:nvPr/>
        </p:nvCxnSpPr>
        <p:spPr>
          <a:xfrm flipH="1" flipV="1">
            <a:off x="0" y="4998836"/>
            <a:ext cx="9250685" cy="1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D4091985-6981-CA44-8A8F-D874C69C70F1}"/>
              </a:ext>
            </a:extLst>
          </p:cNvPr>
          <p:cNvSpPr/>
          <p:nvPr/>
        </p:nvSpPr>
        <p:spPr>
          <a:xfrm>
            <a:off x="6400809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F4C2AF3-AC14-EA42-7102-ECC060DD6780}"/>
              </a:ext>
            </a:extLst>
          </p:cNvPr>
          <p:cNvSpPr/>
          <p:nvPr/>
        </p:nvSpPr>
        <p:spPr>
          <a:xfrm>
            <a:off x="368205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8CE45932-5FA1-EC21-01C0-24FBB227334D}"/>
              </a:ext>
            </a:extLst>
          </p:cNvPr>
          <p:cNvSpPr/>
          <p:nvPr/>
        </p:nvSpPr>
        <p:spPr>
          <a:xfrm>
            <a:off x="127437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3B72355-468D-9E2F-28D4-075FEB4735DC}"/>
              </a:ext>
            </a:extLst>
          </p:cNvPr>
          <p:cNvSpPr/>
          <p:nvPr/>
        </p:nvSpPr>
        <p:spPr>
          <a:xfrm>
            <a:off x="2603861" y="3668313"/>
            <a:ext cx="2401271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AFE7A8-1D2F-C9A5-4755-54730C7F216F}"/>
              </a:ext>
            </a:extLst>
          </p:cNvPr>
          <p:cNvSpPr txBox="1"/>
          <p:nvPr/>
        </p:nvSpPr>
        <p:spPr>
          <a:xfrm>
            <a:off x="624192" y="1538429"/>
            <a:ext cx="233429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우리가 원래 하던 저장 방식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D124E1-F458-DD8E-113A-D348C27D83F8}"/>
              </a:ext>
            </a:extLst>
          </p:cNvPr>
          <p:cNvSpPr txBox="1"/>
          <p:nvPr/>
        </p:nvSpPr>
        <p:spPr>
          <a:xfrm>
            <a:off x="624192" y="3295468"/>
            <a:ext cx="202491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을 활용한 저장 방식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9E70C7-6B08-D172-4DCC-F62B8DE2D859}"/>
              </a:ext>
            </a:extLst>
          </p:cNvPr>
          <p:cNvSpPr txBox="1"/>
          <p:nvPr/>
        </p:nvSpPr>
        <p:spPr>
          <a:xfrm>
            <a:off x="972681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V1.0.0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12580D-FEF1-C501-671B-E9B914672810}"/>
              </a:ext>
            </a:extLst>
          </p:cNvPr>
          <p:cNvSpPr txBox="1"/>
          <p:nvPr/>
        </p:nvSpPr>
        <p:spPr>
          <a:xfrm>
            <a:off x="3398796" y="4515333"/>
            <a:ext cx="76014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V1.1.0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9890C5-DAC7-7A74-BA69-24D19EBF72DE}"/>
              </a:ext>
            </a:extLst>
          </p:cNvPr>
          <p:cNvSpPr txBox="1"/>
          <p:nvPr/>
        </p:nvSpPr>
        <p:spPr>
          <a:xfrm>
            <a:off x="6089730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V1.2.0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1C1A84-33D5-4EF5-5974-7765ED1740A8}"/>
              </a:ext>
            </a:extLst>
          </p:cNvPr>
          <p:cNvSpPr txBox="1"/>
          <p:nvPr/>
        </p:nvSpPr>
        <p:spPr>
          <a:xfrm>
            <a:off x="8934569" y="4515333"/>
            <a:ext cx="825868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V2.0.0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573886-A5A8-8A07-F58F-54851786D415}"/>
              </a:ext>
            </a:extLst>
          </p:cNvPr>
          <p:cNvSpPr/>
          <p:nvPr/>
        </p:nvSpPr>
        <p:spPr>
          <a:xfrm>
            <a:off x="5295067" y="3668313"/>
            <a:ext cx="2401271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9267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78CC-07A7-1982-DACC-0CFD58EF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D54E6-BAA5-7F1C-D615-022156CA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[0] </a:t>
            </a:r>
            <a:r>
              <a:rPr lang="ko-KR" altLang="en-US" dirty="0"/>
              <a:t>깃</a:t>
            </a:r>
            <a:r>
              <a:rPr lang="en-US" altLang="ko-KR" dirty="0"/>
              <a:t>(Git)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7E3E9AF-D867-D1E0-261A-DC787DEC7FA1}"/>
              </a:ext>
            </a:extLst>
          </p:cNvPr>
          <p:cNvGrpSpPr/>
          <p:nvPr/>
        </p:nvGrpSpPr>
        <p:grpSpPr>
          <a:xfrm>
            <a:off x="624192" y="2048682"/>
            <a:ext cx="1512297" cy="577426"/>
            <a:chOff x="624192" y="1350819"/>
            <a:chExt cx="1512297" cy="577426"/>
          </a:xfrm>
        </p:grpSpPr>
        <p:pic>
          <p:nvPicPr>
            <p:cNvPr id="9" name="그래픽 8" descr="문서 단색으로 채워진">
              <a:extLst>
                <a:ext uri="{FF2B5EF4-FFF2-40B4-BE49-F238E27FC236}">
                  <a16:creationId xmlns:a16="http://schemas.microsoft.com/office/drawing/2014/main" id="{3C2859D7-1106-2C04-6789-5A1127F6C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2F75A0-D771-1ADA-D7A3-2671E43C898F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6EB48CC-C46F-181E-83D0-7EFF397931F6}"/>
              </a:ext>
            </a:extLst>
          </p:cNvPr>
          <p:cNvGrpSpPr/>
          <p:nvPr/>
        </p:nvGrpSpPr>
        <p:grpSpPr>
          <a:xfrm>
            <a:off x="2713915" y="2048682"/>
            <a:ext cx="2012434" cy="577426"/>
            <a:chOff x="624192" y="1350819"/>
            <a:chExt cx="2012434" cy="577426"/>
          </a:xfrm>
        </p:grpSpPr>
        <p:pic>
          <p:nvPicPr>
            <p:cNvPr id="12" name="그래픽 11" descr="문서 단색으로 채워진">
              <a:extLst>
                <a:ext uri="{FF2B5EF4-FFF2-40B4-BE49-F238E27FC236}">
                  <a16:creationId xmlns:a16="http://schemas.microsoft.com/office/drawing/2014/main" id="{4D079230-682F-4AF6-0F1B-C19C2D62A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DDF667-2013-ABED-6A8F-9CBD81A89DBD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E165A21-4C8E-0D66-9A3F-A6F47BBB63CB}"/>
              </a:ext>
            </a:extLst>
          </p:cNvPr>
          <p:cNvGrpSpPr/>
          <p:nvPr/>
        </p:nvGrpSpPr>
        <p:grpSpPr>
          <a:xfrm>
            <a:off x="5303775" y="2048682"/>
            <a:ext cx="2409979" cy="577426"/>
            <a:chOff x="624192" y="1350819"/>
            <a:chExt cx="2409979" cy="577426"/>
          </a:xfrm>
        </p:grpSpPr>
        <p:pic>
          <p:nvPicPr>
            <p:cNvPr id="18" name="그래픽 17" descr="문서 단색으로 채워진">
              <a:extLst>
                <a:ext uri="{FF2B5EF4-FFF2-40B4-BE49-F238E27FC236}">
                  <a16:creationId xmlns:a16="http://schemas.microsoft.com/office/drawing/2014/main" id="{3211EDB5-F345-D5FE-085B-6D562100A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FAA759-13F6-8C32-D8CB-77E8FB3A0EC2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595E267-29B3-AA4F-F021-EEBB5AC7F119}"/>
              </a:ext>
            </a:extLst>
          </p:cNvPr>
          <p:cNvGrpSpPr/>
          <p:nvPr/>
        </p:nvGrpSpPr>
        <p:grpSpPr>
          <a:xfrm>
            <a:off x="8142514" y="2048682"/>
            <a:ext cx="2549441" cy="577426"/>
            <a:chOff x="624192" y="1350819"/>
            <a:chExt cx="2549441" cy="577426"/>
          </a:xfrm>
        </p:grpSpPr>
        <p:pic>
          <p:nvPicPr>
            <p:cNvPr id="21" name="그래픽 20" descr="문서 단색으로 채워진">
              <a:extLst>
                <a:ext uri="{FF2B5EF4-FFF2-40B4-BE49-F238E27FC236}">
                  <a16:creationId xmlns:a16="http://schemas.microsoft.com/office/drawing/2014/main" id="{CD8E4D8F-4B78-B720-B51F-E203E0233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CF394A1-4334-5092-83E0-5F9ECB8EF08E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0DD6ED9-1220-F445-1B5B-3155301A156E}"/>
              </a:ext>
            </a:extLst>
          </p:cNvPr>
          <p:cNvGrpSpPr/>
          <p:nvPr/>
        </p:nvGrpSpPr>
        <p:grpSpPr>
          <a:xfrm>
            <a:off x="624192" y="3812936"/>
            <a:ext cx="1512297" cy="577426"/>
            <a:chOff x="624192" y="1350819"/>
            <a:chExt cx="1512297" cy="577426"/>
          </a:xfrm>
        </p:grpSpPr>
        <p:pic>
          <p:nvPicPr>
            <p:cNvPr id="37" name="그래픽 36" descr="문서 단색으로 채워진">
              <a:extLst>
                <a:ext uri="{FF2B5EF4-FFF2-40B4-BE49-F238E27FC236}">
                  <a16:creationId xmlns:a16="http://schemas.microsoft.com/office/drawing/2014/main" id="{A98F88B4-6697-D670-42BD-32BF98383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F5B895-0176-4A9D-88F2-D1219A15D18C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C178EF1-231F-7CCA-6FFE-2AFD8E6D108D}"/>
              </a:ext>
            </a:extLst>
          </p:cNvPr>
          <p:cNvGrpSpPr/>
          <p:nvPr/>
        </p:nvGrpSpPr>
        <p:grpSpPr>
          <a:xfrm>
            <a:off x="2713915" y="3812936"/>
            <a:ext cx="2012434" cy="577426"/>
            <a:chOff x="624192" y="1350819"/>
            <a:chExt cx="2012434" cy="577426"/>
          </a:xfrm>
        </p:grpSpPr>
        <p:pic>
          <p:nvPicPr>
            <p:cNvPr id="40" name="그래픽 39" descr="문서 단색으로 채워진">
              <a:extLst>
                <a:ext uri="{FF2B5EF4-FFF2-40B4-BE49-F238E27FC236}">
                  <a16:creationId xmlns:a16="http://schemas.microsoft.com/office/drawing/2014/main" id="{772FF570-AD40-B437-3B8B-D610E3A9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B675D7A-0403-C3BD-D8CE-22FCA6CC8CDA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957DB48-5ACE-8B98-5B6A-E87067DC7982}"/>
              </a:ext>
            </a:extLst>
          </p:cNvPr>
          <p:cNvGrpSpPr/>
          <p:nvPr/>
        </p:nvGrpSpPr>
        <p:grpSpPr>
          <a:xfrm>
            <a:off x="5303775" y="3812936"/>
            <a:ext cx="2409979" cy="577426"/>
            <a:chOff x="624192" y="1350819"/>
            <a:chExt cx="2409979" cy="577426"/>
          </a:xfrm>
        </p:grpSpPr>
        <p:pic>
          <p:nvPicPr>
            <p:cNvPr id="43" name="그래픽 42" descr="문서 단색으로 채워진">
              <a:extLst>
                <a:ext uri="{FF2B5EF4-FFF2-40B4-BE49-F238E27FC236}">
                  <a16:creationId xmlns:a16="http://schemas.microsoft.com/office/drawing/2014/main" id="{DADB868D-396B-54F2-6C98-D98DEAC54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D88D5CD-5E65-BD36-D7D6-13D831EF9C9A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AD9219C-6A19-1BF1-BDDF-0D232D16C520}"/>
              </a:ext>
            </a:extLst>
          </p:cNvPr>
          <p:cNvGrpSpPr/>
          <p:nvPr/>
        </p:nvGrpSpPr>
        <p:grpSpPr>
          <a:xfrm>
            <a:off x="8142514" y="3812936"/>
            <a:ext cx="2549441" cy="577426"/>
            <a:chOff x="624192" y="1350819"/>
            <a:chExt cx="2549441" cy="577426"/>
          </a:xfrm>
        </p:grpSpPr>
        <p:pic>
          <p:nvPicPr>
            <p:cNvPr id="46" name="그래픽 45" descr="문서 단색으로 채워진">
              <a:extLst>
                <a:ext uri="{FF2B5EF4-FFF2-40B4-BE49-F238E27FC236}">
                  <a16:creationId xmlns:a16="http://schemas.microsoft.com/office/drawing/2014/main" id="{521AC688-9B9C-C80F-6C0A-FAE2BEBA9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82E6A0-0F45-FFA8-574F-E770937814A2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764B8E-9823-350B-5BEC-1D4BB574D9D4}"/>
              </a:ext>
            </a:extLst>
          </p:cNvPr>
          <p:cNvSpPr/>
          <p:nvPr/>
        </p:nvSpPr>
        <p:spPr>
          <a:xfrm>
            <a:off x="7978882" y="3609789"/>
            <a:ext cx="2699914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9CEAEE6-1969-23E2-1D30-35B15FB4F219}"/>
              </a:ext>
            </a:extLst>
          </p:cNvPr>
          <p:cNvSpPr/>
          <p:nvPr/>
        </p:nvSpPr>
        <p:spPr>
          <a:xfrm>
            <a:off x="9250685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46EF3FD-B14A-A3CD-BD7C-658D803FBC66}"/>
              </a:ext>
            </a:extLst>
          </p:cNvPr>
          <p:cNvCxnSpPr>
            <a:stCxn id="49" idx="2"/>
          </p:cNvCxnSpPr>
          <p:nvPr/>
        </p:nvCxnSpPr>
        <p:spPr>
          <a:xfrm flipH="1" flipV="1">
            <a:off x="0" y="4998836"/>
            <a:ext cx="9250685" cy="1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141D1B38-9AD7-432A-405A-4310764E44A2}"/>
              </a:ext>
            </a:extLst>
          </p:cNvPr>
          <p:cNvSpPr/>
          <p:nvPr/>
        </p:nvSpPr>
        <p:spPr>
          <a:xfrm>
            <a:off x="6400809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AAA09B8-52F5-C9CD-402B-C1E5E6F9DB31}"/>
              </a:ext>
            </a:extLst>
          </p:cNvPr>
          <p:cNvSpPr/>
          <p:nvPr/>
        </p:nvSpPr>
        <p:spPr>
          <a:xfrm>
            <a:off x="368205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7771ED1-CD71-89B4-0E52-02EBE94D6975}"/>
              </a:ext>
            </a:extLst>
          </p:cNvPr>
          <p:cNvSpPr/>
          <p:nvPr/>
        </p:nvSpPr>
        <p:spPr>
          <a:xfrm>
            <a:off x="127437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C8741AD-7002-C1D6-38F0-8C33079D7775}"/>
              </a:ext>
            </a:extLst>
          </p:cNvPr>
          <p:cNvSpPr/>
          <p:nvPr/>
        </p:nvSpPr>
        <p:spPr>
          <a:xfrm>
            <a:off x="495216" y="3668313"/>
            <a:ext cx="1817393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0814E0-97FC-999A-EA8A-D4CAD661B85C}"/>
              </a:ext>
            </a:extLst>
          </p:cNvPr>
          <p:cNvSpPr txBox="1"/>
          <p:nvPr/>
        </p:nvSpPr>
        <p:spPr>
          <a:xfrm>
            <a:off x="624192" y="1538429"/>
            <a:ext cx="233429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우리가 원래 하던 저장 방식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5723D1-52AE-D1AC-4297-CD8512C99419}"/>
              </a:ext>
            </a:extLst>
          </p:cNvPr>
          <p:cNvSpPr txBox="1"/>
          <p:nvPr/>
        </p:nvSpPr>
        <p:spPr>
          <a:xfrm>
            <a:off x="624192" y="3295468"/>
            <a:ext cx="202491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을 활용한 저장 방식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377B22-FEE2-990C-1E9B-87151820DED2}"/>
              </a:ext>
            </a:extLst>
          </p:cNvPr>
          <p:cNvSpPr txBox="1"/>
          <p:nvPr/>
        </p:nvSpPr>
        <p:spPr>
          <a:xfrm>
            <a:off x="972681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V1.0.0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55C058-5E55-1CBD-6377-DF523C25654F}"/>
              </a:ext>
            </a:extLst>
          </p:cNvPr>
          <p:cNvSpPr txBox="1"/>
          <p:nvPr/>
        </p:nvSpPr>
        <p:spPr>
          <a:xfrm>
            <a:off x="3398796" y="4515333"/>
            <a:ext cx="76014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V1.1.0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18478E-3810-8101-3412-236F28892479}"/>
              </a:ext>
            </a:extLst>
          </p:cNvPr>
          <p:cNvSpPr txBox="1"/>
          <p:nvPr/>
        </p:nvSpPr>
        <p:spPr>
          <a:xfrm>
            <a:off x="6089730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V1.2.0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5B6D09-3DDE-2B49-33C0-EEB13D59FA3E}"/>
              </a:ext>
            </a:extLst>
          </p:cNvPr>
          <p:cNvSpPr txBox="1"/>
          <p:nvPr/>
        </p:nvSpPr>
        <p:spPr>
          <a:xfrm>
            <a:off x="8934569" y="4515333"/>
            <a:ext cx="825868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V2.0.0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09CE18-BFB3-4C5E-0C8F-7502A0E9E011}"/>
              </a:ext>
            </a:extLst>
          </p:cNvPr>
          <p:cNvSpPr/>
          <p:nvPr/>
        </p:nvSpPr>
        <p:spPr>
          <a:xfrm>
            <a:off x="5295067" y="3668313"/>
            <a:ext cx="2401271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189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29F2B-7B83-867B-8D57-ABC0A801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0E978-2F32-1CC7-FC64-AA00F239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[0] </a:t>
            </a:r>
            <a:r>
              <a:rPr lang="ko-KR" altLang="en-US" dirty="0"/>
              <a:t>깃</a:t>
            </a:r>
            <a:r>
              <a:rPr lang="en-US" altLang="ko-KR" dirty="0"/>
              <a:t>(Git)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F85A7AB-8762-ECAD-DD1D-9AB96BD42DB6}"/>
              </a:ext>
            </a:extLst>
          </p:cNvPr>
          <p:cNvGrpSpPr/>
          <p:nvPr/>
        </p:nvGrpSpPr>
        <p:grpSpPr>
          <a:xfrm>
            <a:off x="624192" y="2048682"/>
            <a:ext cx="1512297" cy="577426"/>
            <a:chOff x="624192" y="1350819"/>
            <a:chExt cx="1512297" cy="577426"/>
          </a:xfrm>
        </p:grpSpPr>
        <p:pic>
          <p:nvPicPr>
            <p:cNvPr id="9" name="그래픽 8" descr="문서 단색으로 채워진">
              <a:extLst>
                <a:ext uri="{FF2B5EF4-FFF2-40B4-BE49-F238E27FC236}">
                  <a16:creationId xmlns:a16="http://schemas.microsoft.com/office/drawing/2014/main" id="{01A27AE0-1DB2-1021-BB8C-6CB425CAE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C75DD3-0869-8CD6-1AEC-3B31199FABC8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C4DB41-E7BD-73F3-570D-F193EEC1BD15}"/>
              </a:ext>
            </a:extLst>
          </p:cNvPr>
          <p:cNvGrpSpPr/>
          <p:nvPr/>
        </p:nvGrpSpPr>
        <p:grpSpPr>
          <a:xfrm>
            <a:off x="2713915" y="2048682"/>
            <a:ext cx="2012434" cy="577426"/>
            <a:chOff x="624192" y="1350819"/>
            <a:chExt cx="2012434" cy="577426"/>
          </a:xfrm>
        </p:grpSpPr>
        <p:pic>
          <p:nvPicPr>
            <p:cNvPr id="12" name="그래픽 11" descr="문서 단색으로 채워진">
              <a:extLst>
                <a:ext uri="{FF2B5EF4-FFF2-40B4-BE49-F238E27FC236}">
                  <a16:creationId xmlns:a16="http://schemas.microsoft.com/office/drawing/2014/main" id="{F1A7EAB1-E6EA-73E8-1982-BE1A5C413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D66E68-FBCD-B59A-D0DC-817D9CD7F8E7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DDA3742-7A6E-A584-68F8-C2A93B4E5E72}"/>
              </a:ext>
            </a:extLst>
          </p:cNvPr>
          <p:cNvGrpSpPr/>
          <p:nvPr/>
        </p:nvGrpSpPr>
        <p:grpSpPr>
          <a:xfrm>
            <a:off x="5303775" y="2048682"/>
            <a:ext cx="2409979" cy="577426"/>
            <a:chOff x="624192" y="1350819"/>
            <a:chExt cx="2409979" cy="577426"/>
          </a:xfrm>
        </p:grpSpPr>
        <p:pic>
          <p:nvPicPr>
            <p:cNvPr id="18" name="그래픽 17" descr="문서 단색으로 채워진">
              <a:extLst>
                <a:ext uri="{FF2B5EF4-FFF2-40B4-BE49-F238E27FC236}">
                  <a16:creationId xmlns:a16="http://schemas.microsoft.com/office/drawing/2014/main" id="{CEAA4E44-0722-98CA-5FBE-6081970B6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1E81C38-3A7D-87D8-2580-F257794AD37B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120D2B2-7DAA-F376-5A94-E47AA9106EE6}"/>
              </a:ext>
            </a:extLst>
          </p:cNvPr>
          <p:cNvGrpSpPr/>
          <p:nvPr/>
        </p:nvGrpSpPr>
        <p:grpSpPr>
          <a:xfrm>
            <a:off x="8142514" y="2048682"/>
            <a:ext cx="2549441" cy="577426"/>
            <a:chOff x="624192" y="1350819"/>
            <a:chExt cx="2549441" cy="577426"/>
          </a:xfrm>
        </p:grpSpPr>
        <p:pic>
          <p:nvPicPr>
            <p:cNvPr id="21" name="그래픽 20" descr="문서 단색으로 채워진">
              <a:extLst>
                <a:ext uri="{FF2B5EF4-FFF2-40B4-BE49-F238E27FC236}">
                  <a16:creationId xmlns:a16="http://schemas.microsoft.com/office/drawing/2014/main" id="{08509033-7513-F753-B25E-14C78BFB4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006D87-180A-9C11-67F0-75639F450034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F1225F9-389D-8DBD-AD60-4BCADFB3B577}"/>
              </a:ext>
            </a:extLst>
          </p:cNvPr>
          <p:cNvGrpSpPr/>
          <p:nvPr/>
        </p:nvGrpSpPr>
        <p:grpSpPr>
          <a:xfrm>
            <a:off x="624192" y="3812936"/>
            <a:ext cx="1512297" cy="577426"/>
            <a:chOff x="624192" y="1350819"/>
            <a:chExt cx="1512297" cy="577426"/>
          </a:xfrm>
        </p:grpSpPr>
        <p:pic>
          <p:nvPicPr>
            <p:cNvPr id="37" name="그래픽 36" descr="문서 단색으로 채워진">
              <a:extLst>
                <a:ext uri="{FF2B5EF4-FFF2-40B4-BE49-F238E27FC236}">
                  <a16:creationId xmlns:a16="http://schemas.microsoft.com/office/drawing/2014/main" id="{E47D0ACD-B980-FFF9-FA39-31542D322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256D80-DCDA-FACE-C45D-4B59A5E42E58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E19665F-2243-6A1A-CF3F-485A9CDD7111}"/>
              </a:ext>
            </a:extLst>
          </p:cNvPr>
          <p:cNvGrpSpPr/>
          <p:nvPr/>
        </p:nvGrpSpPr>
        <p:grpSpPr>
          <a:xfrm>
            <a:off x="2713915" y="3812936"/>
            <a:ext cx="2012434" cy="577426"/>
            <a:chOff x="624192" y="1350819"/>
            <a:chExt cx="2012434" cy="577426"/>
          </a:xfrm>
        </p:grpSpPr>
        <p:pic>
          <p:nvPicPr>
            <p:cNvPr id="40" name="그래픽 39" descr="문서 단색으로 채워진">
              <a:extLst>
                <a:ext uri="{FF2B5EF4-FFF2-40B4-BE49-F238E27FC236}">
                  <a16:creationId xmlns:a16="http://schemas.microsoft.com/office/drawing/2014/main" id="{40407FD0-54A2-9B42-C023-1488BFE0F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13AA2E-348C-C193-2404-096835E2C6FA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CDF5370-A144-54D9-30C6-BE2942C42C3D}"/>
              </a:ext>
            </a:extLst>
          </p:cNvPr>
          <p:cNvGrpSpPr/>
          <p:nvPr/>
        </p:nvGrpSpPr>
        <p:grpSpPr>
          <a:xfrm>
            <a:off x="5303775" y="3812936"/>
            <a:ext cx="2409979" cy="577426"/>
            <a:chOff x="624192" y="1350819"/>
            <a:chExt cx="2409979" cy="577426"/>
          </a:xfrm>
        </p:grpSpPr>
        <p:pic>
          <p:nvPicPr>
            <p:cNvPr id="43" name="그래픽 42" descr="문서 단색으로 채워진">
              <a:extLst>
                <a:ext uri="{FF2B5EF4-FFF2-40B4-BE49-F238E27FC236}">
                  <a16:creationId xmlns:a16="http://schemas.microsoft.com/office/drawing/2014/main" id="{196C612B-C7B0-AE3E-296E-2C04265FE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DF3FE93-088D-6B51-CF7B-D3D481AD6D36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DAC1A83-07B6-53D2-6220-8BB950B7D4D1}"/>
              </a:ext>
            </a:extLst>
          </p:cNvPr>
          <p:cNvGrpSpPr/>
          <p:nvPr/>
        </p:nvGrpSpPr>
        <p:grpSpPr>
          <a:xfrm>
            <a:off x="8142514" y="3812936"/>
            <a:ext cx="2549441" cy="577426"/>
            <a:chOff x="624192" y="1350819"/>
            <a:chExt cx="2549441" cy="577426"/>
          </a:xfrm>
        </p:grpSpPr>
        <p:pic>
          <p:nvPicPr>
            <p:cNvPr id="46" name="그래픽 45" descr="문서 단색으로 채워진">
              <a:extLst>
                <a:ext uri="{FF2B5EF4-FFF2-40B4-BE49-F238E27FC236}">
                  <a16:creationId xmlns:a16="http://schemas.microsoft.com/office/drawing/2014/main" id="{93EA3F01-E054-D2DF-5E5E-6477DAF16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719C3CD-0F2F-4C2F-33AD-C50CF34C4E88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D0E5F1C-F1C6-F55D-4065-F2F7144C0265}"/>
              </a:ext>
            </a:extLst>
          </p:cNvPr>
          <p:cNvSpPr/>
          <p:nvPr/>
        </p:nvSpPr>
        <p:spPr>
          <a:xfrm>
            <a:off x="7900728" y="3626933"/>
            <a:ext cx="2699914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236936B-1563-2F1F-4AD7-490CCC5EE4BF}"/>
              </a:ext>
            </a:extLst>
          </p:cNvPr>
          <p:cNvSpPr/>
          <p:nvPr/>
        </p:nvSpPr>
        <p:spPr>
          <a:xfrm>
            <a:off x="9250685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4921BCE-1B11-59C8-A9A0-03CA49817E56}"/>
              </a:ext>
            </a:extLst>
          </p:cNvPr>
          <p:cNvCxnSpPr>
            <a:stCxn id="49" idx="2"/>
          </p:cNvCxnSpPr>
          <p:nvPr/>
        </p:nvCxnSpPr>
        <p:spPr>
          <a:xfrm flipH="1" flipV="1">
            <a:off x="0" y="4998836"/>
            <a:ext cx="9250685" cy="1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AC028BFD-8751-627D-7281-778DC8311451}"/>
              </a:ext>
            </a:extLst>
          </p:cNvPr>
          <p:cNvSpPr/>
          <p:nvPr/>
        </p:nvSpPr>
        <p:spPr>
          <a:xfrm>
            <a:off x="6400809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13CCFEC-7DEC-0E22-58C8-F2F399FDAF60}"/>
              </a:ext>
            </a:extLst>
          </p:cNvPr>
          <p:cNvSpPr/>
          <p:nvPr/>
        </p:nvSpPr>
        <p:spPr>
          <a:xfrm>
            <a:off x="368205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F941CD4-567A-CDEF-3B46-D83F8E6716BE}"/>
              </a:ext>
            </a:extLst>
          </p:cNvPr>
          <p:cNvSpPr/>
          <p:nvPr/>
        </p:nvSpPr>
        <p:spPr>
          <a:xfrm>
            <a:off x="127437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1ED3595-2A6D-D2A1-5B6C-BC2B6DB8BAA2}"/>
              </a:ext>
            </a:extLst>
          </p:cNvPr>
          <p:cNvSpPr/>
          <p:nvPr/>
        </p:nvSpPr>
        <p:spPr>
          <a:xfrm>
            <a:off x="2603861" y="3668313"/>
            <a:ext cx="2401271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D05CE45-BDD9-4573-FA40-E5639FEC6DED}"/>
              </a:ext>
            </a:extLst>
          </p:cNvPr>
          <p:cNvSpPr/>
          <p:nvPr/>
        </p:nvSpPr>
        <p:spPr>
          <a:xfrm>
            <a:off x="495216" y="3668313"/>
            <a:ext cx="1817393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641FD5-B5B7-8DF7-3E9B-2B6C9D5C0CC3}"/>
              </a:ext>
            </a:extLst>
          </p:cNvPr>
          <p:cNvSpPr txBox="1"/>
          <p:nvPr/>
        </p:nvSpPr>
        <p:spPr>
          <a:xfrm>
            <a:off x="624192" y="1538429"/>
            <a:ext cx="233429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우리가 원래 하던 저장 방식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D572F8-13BB-3215-C40A-97EC97399610}"/>
              </a:ext>
            </a:extLst>
          </p:cNvPr>
          <p:cNvSpPr txBox="1"/>
          <p:nvPr/>
        </p:nvSpPr>
        <p:spPr>
          <a:xfrm>
            <a:off x="624192" y="3295468"/>
            <a:ext cx="202491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을 활용한 저장 방식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C51994-2FE1-AA46-496F-CF6717F75AAF}"/>
              </a:ext>
            </a:extLst>
          </p:cNvPr>
          <p:cNvSpPr txBox="1"/>
          <p:nvPr/>
        </p:nvSpPr>
        <p:spPr>
          <a:xfrm>
            <a:off x="972681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V1.0.0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FACE77-E4D0-99C8-40A2-164F250DC919}"/>
              </a:ext>
            </a:extLst>
          </p:cNvPr>
          <p:cNvSpPr txBox="1"/>
          <p:nvPr/>
        </p:nvSpPr>
        <p:spPr>
          <a:xfrm>
            <a:off x="3398796" y="4515333"/>
            <a:ext cx="76014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V1.1.0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779B50-D995-F107-0472-2858AE574747}"/>
              </a:ext>
            </a:extLst>
          </p:cNvPr>
          <p:cNvSpPr txBox="1"/>
          <p:nvPr/>
        </p:nvSpPr>
        <p:spPr>
          <a:xfrm>
            <a:off x="6089730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V1.2.0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D63F75-4DD4-6232-C2BA-9276658B4B4D}"/>
              </a:ext>
            </a:extLst>
          </p:cNvPr>
          <p:cNvSpPr txBox="1"/>
          <p:nvPr/>
        </p:nvSpPr>
        <p:spPr>
          <a:xfrm>
            <a:off x="8934569" y="4515333"/>
            <a:ext cx="825868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V2.0.0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429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ADCA-B809-5BBF-C364-0F74FF614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C84AB-A260-6B9A-FCD3-84197B86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[0] </a:t>
            </a:r>
            <a:r>
              <a:rPr lang="ko-KR" altLang="en-US" dirty="0"/>
              <a:t>깃</a:t>
            </a:r>
            <a:r>
              <a:rPr lang="en-US" altLang="ko-KR" dirty="0"/>
              <a:t>(Git)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7939CCF-7A32-20D3-DFE1-DF9FF0C34999}"/>
              </a:ext>
            </a:extLst>
          </p:cNvPr>
          <p:cNvGrpSpPr/>
          <p:nvPr/>
        </p:nvGrpSpPr>
        <p:grpSpPr>
          <a:xfrm>
            <a:off x="624192" y="2048682"/>
            <a:ext cx="1512297" cy="577426"/>
            <a:chOff x="624192" y="1350819"/>
            <a:chExt cx="1512297" cy="577426"/>
          </a:xfrm>
        </p:grpSpPr>
        <p:pic>
          <p:nvPicPr>
            <p:cNvPr id="9" name="그래픽 8" descr="문서 단색으로 채워진">
              <a:extLst>
                <a:ext uri="{FF2B5EF4-FFF2-40B4-BE49-F238E27FC236}">
                  <a16:creationId xmlns:a16="http://schemas.microsoft.com/office/drawing/2014/main" id="{1AEFAEF6-D4CE-354E-87C3-08A772E2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C0E99E-90C8-A83C-8778-6EF49ACE3830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2C7B55F-2E8B-CD61-BB31-1EEA642F441B}"/>
              </a:ext>
            </a:extLst>
          </p:cNvPr>
          <p:cNvGrpSpPr/>
          <p:nvPr/>
        </p:nvGrpSpPr>
        <p:grpSpPr>
          <a:xfrm>
            <a:off x="2713915" y="2048682"/>
            <a:ext cx="2012434" cy="577426"/>
            <a:chOff x="624192" y="1350819"/>
            <a:chExt cx="2012434" cy="577426"/>
          </a:xfrm>
        </p:grpSpPr>
        <p:pic>
          <p:nvPicPr>
            <p:cNvPr id="12" name="그래픽 11" descr="문서 단색으로 채워진">
              <a:extLst>
                <a:ext uri="{FF2B5EF4-FFF2-40B4-BE49-F238E27FC236}">
                  <a16:creationId xmlns:a16="http://schemas.microsoft.com/office/drawing/2014/main" id="{70975CC8-2F89-819E-6659-4C18F2870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47D560-CD01-8A80-D97D-BFD33AE10998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65156DB-0FDF-DADA-6052-A76573556D90}"/>
              </a:ext>
            </a:extLst>
          </p:cNvPr>
          <p:cNvGrpSpPr/>
          <p:nvPr/>
        </p:nvGrpSpPr>
        <p:grpSpPr>
          <a:xfrm>
            <a:off x="5303775" y="2048682"/>
            <a:ext cx="2409979" cy="577426"/>
            <a:chOff x="624192" y="1350819"/>
            <a:chExt cx="2409979" cy="577426"/>
          </a:xfrm>
        </p:grpSpPr>
        <p:pic>
          <p:nvPicPr>
            <p:cNvPr id="18" name="그래픽 17" descr="문서 단색으로 채워진">
              <a:extLst>
                <a:ext uri="{FF2B5EF4-FFF2-40B4-BE49-F238E27FC236}">
                  <a16:creationId xmlns:a16="http://schemas.microsoft.com/office/drawing/2014/main" id="{4FCC0DE5-94BB-C5D3-F62D-BA922FDB6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767FA0-505F-21A3-E092-0DA87EC5A412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D18960D-E335-7D55-0CE1-C21929A8162A}"/>
              </a:ext>
            </a:extLst>
          </p:cNvPr>
          <p:cNvGrpSpPr/>
          <p:nvPr/>
        </p:nvGrpSpPr>
        <p:grpSpPr>
          <a:xfrm>
            <a:off x="8142514" y="2048682"/>
            <a:ext cx="2549441" cy="577426"/>
            <a:chOff x="624192" y="1350819"/>
            <a:chExt cx="2549441" cy="577426"/>
          </a:xfrm>
        </p:grpSpPr>
        <p:pic>
          <p:nvPicPr>
            <p:cNvPr id="21" name="그래픽 20" descr="문서 단색으로 채워진">
              <a:extLst>
                <a:ext uri="{FF2B5EF4-FFF2-40B4-BE49-F238E27FC236}">
                  <a16:creationId xmlns:a16="http://schemas.microsoft.com/office/drawing/2014/main" id="{A2E0E52F-A9F1-0928-ED90-1805A5037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3885A7-EFA9-B86B-978F-CECFF7E338A7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EE12BC8-D7FF-0AE1-AACF-5BD5A8553597}"/>
              </a:ext>
            </a:extLst>
          </p:cNvPr>
          <p:cNvGrpSpPr/>
          <p:nvPr/>
        </p:nvGrpSpPr>
        <p:grpSpPr>
          <a:xfrm>
            <a:off x="624192" y="3812936"/>
            <a:ext cx="1512297" cy="577426"/>
            <a:chOff x="624192" y="1350819"/>
            <a:chExt cx="1512297" cy="577426"/>
          </a:xfrm>
        </p:grpSpPr>
        <p:pic>
          <p:nvPicPr>
            <p:cNvPr id="37" name="그래픽 36" descr="문서 단색으로 채워진">
              <a:extLst>
                <a:ext uri="{FF2B5EF4-FFF2-40B4-BE49-F238E27FC236}">
                  <a16:creationId xmlns:a16="http://schemas.microsoft.com/office/drawing/2014/main" id="{4AE936BC-4E2D-C56C-1DAA-E2773A118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4777E1-DB57-E8C3-07A8-A7105C77409E}"/>
                </a:ext>
              </a:extLst>
            </p:cNvPr>
            <p:cNvSpPr txBox="1"/>
            <p:nvPr/>
          </p:nvSpPr>
          <p:spPr>
            <a:xfrm>
              <a:off x="1201618" y="1454866"/>
              <a:ext cx="934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EED75E6-2F75-3B06-3103-0C4003E9E52E}"/>
              </a:ext>
            </a:extLst>
          </p:cNvPr>
          <p:cNvGrpSpPr/>
          <p:nvPr/>
        </p:nvGrpSpPr>
        <p:grpSpPr>
          <a:xfrm>
            <a:off x="2713915" y="3812936"/>
            <a:ext cx="2012434" cy="577426"/>
            <a:chOff x="624192" y="1350819"/>
            <a:chExt cx="2012434" cy="577426"/>
          </a:xfrm>
        </p:grpSpPr>
        <p:pic>
          <p:nvPicPr>
            <p:cNvPr id="40" name="그래픽 39" descr="문서 단색으로 채워진">
              <a:extLst>
                <a:ext uri="{FF2B5EF4-FFF2-40B4-BE49-F238E27FC236}">
                  <a16:creationId xmlns:a16="http://schemas.microsoft.com/office/drawing/2014/main" id="{4BB4FD91-98E9-DF1A-0585-0252CE2B8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540572-FEEB-76E1-82B5-892DDE710669}"/>
                </a:ext>
              </a:extLst>
            </p:cNvPr>
            <p:cNvSpPr txBox="1"/>
            <p:nvPr/>
          </p:nvSpPr>
          <p:spPr>
            <a:xfrm>
              <a:off x="1201618" y="1454866"/>
              <a:ext cx="1435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077EB40-6672-EC95-44A5-54F34350AF51}"/>
              </a:ext>
            </a:extLst>
          </p:cNvPr>
          <p:cNvGrpSpPr/>
          <p:nvPr/>
        </p:nvGrpSpPr>
        <p:grpSpPr>
          <a:xfrm>
            <a:off x="5303775" y="3812936"/>
            <a:ext cx="2409979" cy="577426"/>
            <a:chOff x="624192" y="1350819"/>
            <a:chExt cx="2409979" cy="577426"/>
          </a:xfrm>
        </p:grpSpPr>
        <p:pic>
          <p:nvPicPr>
            <p:cNvPr id="43" name="그래픽 42" descr="문서 단색으로 채워진">
              <a:extLst>
                <a:ext uri="{FF2B5EF4-FFF2-40B4-BE49-F238E27FC236}">
                  <a16:creationId xmlns:a16="http://schemas.microsoft.com/office/drawing/2014/main" id="{C6FA3916-EEB8-4233-8886-AB94883BC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DA249B-33E5-31EF-7D9C-213E5D0B3588}"/>
                </a:ext>
              </a:extLst>
            </p:cNvPr>
            <p:cNvSpPr txBox="1"/>
            <p:nvPr/>
          </p:nvSpPr>
          <p:spPr>
            <a:xfrm>
              <a:off x="1201618" y="1454866"/>
              <a:ext cx="183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63C2B98-8CDB-22AC-3DF9-C404F7086168}"/>
              </a:ext>
            </a:extLst>
          </p:cNvPr>
          <p:cNvGrpSpPr/>
          <p:nvPr/>
        </p:nvGrpSpPr>
        <p:grpSpPr>
          <a:xfrm>
            <a:off x="8142514" y="3812936"/>
            <a:ext cx="2549441" cy="577426"/>
            <a:chOff x="624192" y="1350819"/>
            <a:chExt cx="2549441" cy="577426"/>
          </a:xfrm>
        </p:grpSpPr>
        <p:pic>
          <p:nvPicPr>
            <p:cNvPr id="46" name="그래픽 45" descr="문서 단색으로 채워진">
              <a:extLst>
                <a:ext uri="{FF2B5EF4-FFF2-40B4-BE49-F238E27FC236}">
                  <a16:creationId xmlns:a16="http://schemas.microsoft.com/office/drawing/2014/main" id="{17B20D07-6B55-3686-589C-555851474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92" y="1350819"/>
              <a:ext cx="577426" cy="57742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2A27D55-8B39-33CB-C42C-7F8A8194E0D7}"/>
                </a:ext>
              </a:extLst>
            </p:cNvPr>
            <p:cNvSpPr txBox="1"/>
            <p:nvPr/>
          </p:nvSpPr>
          <p:spPr>
            <a:xfrm>
              <a:off x="1201618" y="1454866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진짜진짜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_</a:t>
              </a:r>
              <a:r>
                <a:rPr lang="ko-KR" altLang="en-US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최종</a:t>
              </a:r>
              <a:r>
                <a:rPr lang="en-US" altLang="ko-KR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2.txt</a:t>
              </a:r>
              <a:endParaRPr lang="ko-KR" altLang="en-US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3E218CD-11DF-FBD3-DFA4-A319DD001533}"/>
              </a:ext>
            </a:extLst>
          </p:cNvPr>
          <p:cNvSpPr/>
          <p:nvPr/>
        </p:nvSpPr>
        <p:spPr>
          <a:xfrm>
            <a:off x="5223866" y="3668313"/>
            <a:ext cx="2699914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8AFECA3-FC03-807B-C385-B69B7596FDDC}"/>
              </a:ext>
            </a:extLst>
          </p:cNvPr>
          <p:cNvSpPr/>
          <p:nvPr/>
        </p:nvSpPr>
        <p:spPr>
          <a:xfrm>
            <a:off x="9250685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E258B17-926C-EF92-14B7-1780569BBC4F}"/>
              </a:ext>
            </a:extLst>
          </p:cNvPr>
          <p:cNvCxnSpPr>
            <a:stCxn id="49" idx="2"/>
          </p:cNvCxnSpPr>
          <p:nvPr/>
        </p:nvCxnSpPr>
        <p:spPr>
          <a:xfrm flipH="1" flipV="1">
            <a:off x="0" y="4998836"/>
            <a:ext cx="9250685" cy="1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5C5EE496-0AB8-7B9F-6B1D-6443A94A0BAD}"/>
              </a:ext>
            </a:extLst>
          </p:cNvPr>
          <p:cNvSpPr/>
          <p:nvPr/>
        </p:nvSpPr>
        <p:spPr>
          <a:xfrm>
            <a:off x="6400809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CBFA8BE-51FF-99F2-9F0C-C91B1F993C24}"/>
              </a:ext>
            </a:extLst>
          </p:cNvPr>
          <p:cNvSpPr/>
          <p:nvPr/>
        </p:nvSpPr>
        <p:spPr>
          <a:xfrm>
            <a:off x="368205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2A2EB1E-C85F-6E4B-C0DE-899CEE0DE28A}"/>
              </a:ext>
            </a:extLst>
          </p:cNvPr>
          <p:cNvSpPr/>
          <p:nvPr/>
        </p:nvSpPr>
        <p:spPr>
          <a:xfrm>
            <a:off x="1274370" y="4902018"/>
            <a:ext cx="193637" cy="193637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B9E1EBA-D005-7330-1080-8407ED089BFF}"/>
              </a:ext>
            </a:extLst>
          </p:cNvPr>
          <p:cNvSpPr/>
          <p:nvPr/>
        </p:nvSpPr>
        <p:spPr>
          <a:xfrm>
            <a:off x="2603861" y="3668313"/>
            <a:ext cx="2401271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E5D6A6D-57F7-FA72-9A07-724E9F34CA41}"/>
              </a:ext>
            </a:extLst>
          </p:cNvPr>
          <p:cNvSpPr/>
          <p:nvPr/>
        </p:nvSpPr>
        <p:spPr>
          <a:xfrm>
            <a:off x="495216" y="3668313"/>
            <a:ext cx="1817393" cy="8289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E9D05D-AA45-51DE-9CB3-2AEEAA6A97D2}"/>
              </a:ext>
            </a:extLst>
          </p:cNvPr>
          <p:cNvSpPr txBox="1"/>
          <p:nvPr/>
        </p:nvSpPr>
        <p:spPr>
          <a:xfrm>
            <a:off x="624192" y="1538429"/>
            <a:ext cx="233429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우리가 원래 하던 저장 방식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12D34-DDB5-5459-F3C4-A5A03C889959}"/>
              </a:ext>
            </a:extLst>
          </p:cNvPr>
          <p:cNvSpPr txBox="1"/>
          <p:nvPr/>
        </p:nvSpPr>
        <p:spPr>
          <a:xfrm>
            <a:off x="624192" y="3295468"/>
            <a:ext cx="202491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을 활용한 저장 방식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53F481-EA59-20DC-132D-D48AB760710B}"/>
              </a:ext>
            </a:extLst>
          </p:cNvPr>
          <p:cNvSpPr txBox="1"/>
          <p:nvPr/>
        </p:nvSpPr>
        <p:spPr>
          <a:xfrm>
            <a:off x="972681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V1.0.0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1A4F25-9F1D-CE3D-E601-C87A251D3A97}"/>
              </a:ext>
            </a:extLst>
          </p:cNvPr>
          <p:cNvSpPr txBox="1"/>
          <p:nvPr/>
        </p:nvSpPr>
        <p:spPr>
          <a:xfrm>
            <a:off x="3398796" y="4515333"/>
            <a:ext cx="760143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V1.1.0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55A7F2-90FA-F3FF-BA6B-9037BE758FD8}"/>
              </a:ext>
            </a:extLst>
          </p:cNvPr>
          <p:cNvSpPr txBox="1"/>
          <p:nvPr/>
        </p:nvSpPr>
        <p:spPr>
          <a:xfrm>
            <a:off x="6089730" y="4515333"/>
            <a:ext cx="7970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V1.2.0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0D3B19-7DC4-C14E-B4BC-1D7DF65BF51E}"/>
              </a:ext>
            </a:extLst>
          </p:cNvPr>
          <p:cNvSpPr txBox="1"/>
          <p:nvPr/>
        </p:nvSpPr>
        <p:spPr>
          <a:xfrm>
            <a:off x="8934569" y="4515333"/>
            <a:ext cx="825868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V2.0.0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293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0132-78FB-3C90-5293-91EA2F0C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382F-3EA3-C809-8EF0-8E7D60B8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[0] </a:t>
            </a:r>
            <a:r>
              <a:rPr lang="ko-KR" altLang="en-US" dirty="0" err="1"/>
              <a:t>깃허브</a:t>
            </a:r>
            <a:r>
              <a:rPr lang="en-US" altLang="ko-KR" dirty="0"/>
              <a:t>(GitHub)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D6C6646-57E2-5CD3-81C8-8B1926984B11}"/>
              </a:ext>
            </a:extLst>
          </p:cNvPr>
          <p:cNvGrpSpPr/>
          <p:nvPr/>
        </p:nvGrpSpPr>
        <p:grpSpPr>
          <a:xfrm>
            <a:off x="1324909" y="2575089"/>
            <a:ext cx="1265090" cy="1333554"/>
            <a:chOff x="624192" y="1283026"/>
            <a:chExt cx="1265090" cy="13335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CECB2-3EED-9465-3206-60B4E3A56D1C}"/>
                </a:ext>
              </a:extLst>
            </p:cNvPr>
            <p:cNvSpPr txBox="1"/>
            <p:nvPr/>
          </p:nvSpPr>
          <p:spPr>
            <a:xfrm>
              <a:off x="624192" y="2197426"/>
              <a:ext cx="1265090" cy="419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</a:t>
              </a:r>
              <a:r>
                <a: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의 문제점</a:t>
              </a:r>
            </a:p>
          </p:txBody>
        </p:sp>
        <p:pic>
          <p:nvPicPr>
            <p:cNvPr id="6" name="그래픽 5" descr="무선 라우터 단색으로 채워진">
              <a:extLst>
                <a:ext uri="{FF2B5EF4-FFF2-40B4-BE49-F238E27FC236}">
                  <a16:creationId xmlns:a16="http://schemas.microsoft.com/office/drawing/2014/main" id="{82EB563D-1EE9-944C-E44A-64268E90B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537" y="1283026"/>
              <a:ext cx="914400" cy="914400"/>
            </a:xfrm>
            <a:prstGeom prst="rect">
              <a:avLst/>
            </a:prstGeom>
          </p:spPr>
        </p:pic>
        <p:sp>
          <p:nvSpPr>
            <p:cNvPr id="7" name="곱하기 기호 6">
              <a:extLst>
                <a:ext uri="{FF2B5EF4-FFF2-40B4-BE49-F238E27FC236}">
                  <a16:creationId xmlns:a16="http://schemas.microsoft.com/office/drawing/2014/main" id="{18278443-2EF5-7C66-46ED-07CA18751A38}"/>
                </a:ext>
              </a:extLst>
            </p:cNvPr>
            <p:cNvSpPr/>
            <p:nvPr/>
          </p:nvSpPr>
          <p:spPr>
            <a:xfrm>
              <a:off x="799537" y="1283026"/>
              <a:ext cx="914400" cy="914400"/>
            </a:xfrm>
            <a:prstGeom prst="mathMultiply">
              <a:avLst>
                <a:gd name="adj1" fmla="val 10693"/>
              </a:avLst>
            </a:prstGeom>
            <a:solidFill>
              <a:srgbClr val="FF0000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F0A8141-346C-B109-4517-8C4397B5FB46}"/>
              </a:ext>
            </a:extLst>
          </p:cNvPr>
          <p:cNvGrpSpPr/>
          <p:nvPr/>
        </p:nvGrpSpPr>
        <p:grpSpPr>
          <a:xfrm>
            <a:off x="4844369" y="1438473"/>
            <a:ext cx="5390177" cy="2471913"/>
            <a:chOff x="5572462" y="1358407"/>
            <a:chExt cx="5390177" cy="247191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2EEA731-02E0-5287-AC84-6C42E649A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7"/>
            <a:stretch>
              <a:fillRect/>
            </a:stretch>
          </p:blipFill>
          <p:spPr>
            <a:xfrm>
              <a:off x="5572463" y="2326341"/>
              <a:ext cx="5047735" cy="1050266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2BB46E8-2258-4E91-ACEA-AE3247C93E60}"/>
                </a:ext>
              </a:extLst>
            </p:cNvPr>
            <p:cNvGrpSpPr/>
            <p:nvPr/>
          </p:nvGrpSpPr>
          <p:grpSpPr>
            <a:xfrm>
              <a:off x="5572462" y="1358407"/>
              <a:ext cx="5390177" cy="2471913"/>
              <a:chOff x="6013526" y="1388187"/>
              <a:chExt cx="5390177" cy="2471913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8B8F1D8-6F53-A3E8-F251-49E3A2454FD0}"/>
                  </a:ext>
                </a:extLst>
              </p:cNvPr>
              <p:cNvSpPr/>
              <p:nvPr/>
            </p:nvSpPr>
            <p:spPr>
              <a:xfrm>
                <a:off x="6013526" y="1869141"/>
                <a:ext cx="5390177" cy="1990959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7C07C7-5030-30F1-657A-53CE9524ABC5}"/>
                  </a:ext>
                </a:extLst>
              </p:cNvPr>
              <p:cNvSpPr txBox="1"/>
              <p:nvPr/>
            </p:nvSpPr>
            <p:spPr>
              <a:xfrm>
                <a:off x="6398381" y="1388187"/>
                <a:ext cx="848309" cy="41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GitHub</a:t>
                </a:r>
                <a:endPara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</p:grpSp>
      <p:pic>
        <p:nvPicPr>
          <p:cNvPr id="1026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C2675E33-0920-651B-83FE-171F0661D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3939122" y="445139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29BDE42C-6E13-241C-CEB8-01EB86D038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5392536" y="445139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C269C564-A68C-F494-1750-00275D3D6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6845950" y="445139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A27C6535-7A26-DB4F-2ACE-BA80E63D0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8299364" y="445139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A3089EDD-E2C9-FA2D-B403-E41AEA455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9752778" y="445139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970C0B5-4352-66EE-4E2C-52C0DC10E28F}"/>
              </a:ext>
            </a:extLst>
          </p:cNvPr>
          <p:cNvCxnSpPr>
            <a:cxnSpLocks/>
            <a:stCxn id="1026" idx="0"/>
          </p:cNvCxnSpPr>
          <p:nvPr/>
        </p:nvCxnSpPr>
        <p:spPr>
          <a:xfrm flipV="1">
            <a:off x="4632629" y="3908643"/>
            <a:ext cx="1394483" cy="542755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4AFF464-5AC2-1B44-BCB5-E991B05E5746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6086043" y="3908643"/>
            <a:ext cx="697988" cy="542755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F20AC58-80D1-4AB9-BBE4-D2F9808D499F}"/>
              </a:ext>
            </a:extLst>
          </p:cNvPr>
          <p:cNvCxnSpPr>
            <a:cxnSpLocks/>
            <a:stCxn id="27" idx="0"/>
            <a:endCxn id="14" idx="2"/>
          </p:cNvCxnSpPr>
          <p:nvPr/>
        </p:nvCxnSpPr>
        <p:spPr>
          <a:xfrm flipV="1">
            <a:off x="7539457" y="3910386"/>
            <a:ext cx="1" cy="541012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E643E1A-027B-318F-E5BB-647FAA9CF213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9051802" y="3908643"/>
            <a:ext cx="1394483" cy="542755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BA73D87-7FF7-2D17-F07B-580559329808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8294883" y="3908643"/>
            <a:ext cx="697988" cy="542755"/>
          </a:xfrm>
          <a:prstGeom prst="line">
            <a:avLst/>
          </a:prstGeom>
          <a:ln w="381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AF2E5161-F02F-AD42-460C-16711B2BEE03}"/>
              </a:ext>
            </a:extLst>
          </p:cNvPr>
          <p:cNvSpPr/>
          <p:nvPr/>
        </p:nvSpPr>
        <p:spPr>
          <a:xfrm>
            <a:off x="3319450" y="3078009"/>
            <a:ext cx="397734" cy="244311"/>
          </a:xfrm>
          <a:prstGeom prst="rightArrow">
            <a:avLst>
              <a:gd name="adj1" fmla="val 34405"/>
              <a:gd name="adj2" fmla="val 50000"/>
            </a:avLst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87" name="Picture 2" descr="Github 로고 - 무료 소셜 미디어개 아이콘">
            <a:extLst>
              <a:ext uri="{FF2B5EF4-FFF2-40B4-BE49-F238E27FC236}">
                <a16:creationId xmlns:a16="http://schemas.microsoft.com/office/drawing/2014/main" id="{F95363AF-0BB4-D453-DE49-1A43FFD16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573" y="1492007"/>
            <a:ext cx="364651" cy="36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07C0-7B71-19EE-C82B-03D71955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8F64D-899C-1743-2028-761F4A6D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[1] </a:t>
            </a:r>
            <a:r>
              <a:rPr lang="ko-KR" altLang="en-US" dirty="0"/>
              <a:t>내 컴퓨터에서 </a:t>
            </a:r>
            <a:r>
              <a:rPr lang="en-US" altLang="ko-KR" dirty="0"/>
              <a:t>Git </a:t>
            </a:r>
            <a:r>
              <a:rPr lang="ko-KR" altLang="en-US" dirty="0"/>
              <a:t>준비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B66BD-463B-015B-5985-995E3B08732E}"/>
              </a:ext>
            </a:extLst>
          </p:cNvPr>
          <p:cNvSpPr txBox="1"/>
          <p:nvPr/>
        </p:nvSpPr>
        <p:spPr>
          <a:xfrm>
            <a:off x="6791222" y="4326487"/>
            <a:ext cx="3943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config --global user.name “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 이름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”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6D4F8-971B-6D27-38C4-AE8F99A358C2}"/>
              </a:ext>
            </a:extLst>
          </p:cNvPr>
          <p:cNvSpPr txBox="1"/>
          <p:nvPr/>
        </p:nvSpPr>
        <p:spPr>
          <a:xfrm>
            <a:off x="6791222" y="4675936"/>
            <a:ext cx="406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config --global </a:t>
            </a:r>
            <a:r>
              <a:rPr lang="en-US" altLang="ko-KR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user.email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“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 이메일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”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78CC9-8067-F759-6DE0-EE95716622E8}"/>
              </a:ext>
            </a:extLst>
          </p:cNvPr>
          <p:cNvSpPr txBox="1"/>
          <p:nvPr/>
        </p:nvSpPr>
        <p:spPr>
          <a:xfrm>
            <a:off x="6791222" y="5036280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</a:t>
            </a:r>
            <a:r>
              <a:rPr lang="en-US" altLang="ko-KR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init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542ACBE-1801-78ED-0578-7BCB866B6A69}"/>
              </a:ext>
            </a:extLst>
          </p:cNvPr>
          <p:cNvGrpSpPr/>
          <p:nvPr/>
        </p:nvGrpSpPr>
        <p:grpSpPr>
          <a:xfrm>
            <a:off x="868729" y="1627562"/>
            <a:ext cx="1212960" cy="419154"/>
            <a:chOff x="4864573" y="1438473"/>
            <a:chExt cx="1212960" cy="41915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FB6BD6-5956-3DF4-70AD-27F1D5212DC3}"/>
                </a:ext>
              </a:extLst>
            </p:cNvPr>
            <p:cNvSpPr txBox="1"/>
            <p:nvPr/>
          </p:nvSpPr>
          <p:spPr>
            <a:xfrm>
              <a:off x="5229224" y="1438473"/>
              <a:ext cx="848309" cy="419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12" name="Picture 2" descr="Github 로고 - 무료 소셜 미디어개 아이콘">
              <a:extLst>
                <a:ext uri="{FF2B5EF4-FFF2-40B4-BE49-F238E27FC236}">
                  <a16:creationId xmlns:a16="http://schemas.microsoft.com/office/drawing/2014/main" id="{850E841A-2D68-6D89-9F52-3C3C86FAB6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4573" y="1492007"/>
              <a:ext cx="364651" cy="364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컴퓨터 아이콘 Coloring Lineal | Freepik">
            <a:extLst>
              <a:ext uri="{FF2B5EF4-FFF2-40B4-BE49-F238E27FC236}">
                <a16:creationId xmlns:a16="http://schemas.microsoft.com/office/drawing/2014/main" id="{87A633FC-C7A8-D0B0-DCA6-267C829E8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9" y="3038450"/>
            <a:ext cx="1053296" cy="105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73085DC-94E8-42A8-78F4-5B1A0FD62462}"/>
              </a:ext>
            </a:extLst>
          </p:cNvPr>
          <p:cNvCxnSpPr>
            <a:cxnSpLocks/>
          </p:cNvCxnSpPr>
          <p:nvPr/>
        </p:nvCxnSpPr>
        <p:spPr>
          <a:xfrm>
            <a:off x="1062209" y="2160981"/>
            <a:ext cx="0" cy="877469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8820723-DC37-DBA8-BFF0-4A0E288B9FD1}"/>
              </a:ext>
            </a:extLst>
          </p:cNvPr>
          <p:cNvSpPr txBox="1"/>
          <p:nvPr/>
        </p:nvSpPr>
        <p:spPr>
          <a:xfrm>
            <a:off x="1224594" y="2430439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교류 불가</a:t>
            </a:r>
          </a:p>
        </p:txBody>
      </p:sp>
      <p:sp>
        <p:nvSpPr>
          <p:cNvPr id="21" name="곱하기 기호 20">
            <a:extLst>
              <a:ext uri="{FF2B5EF4-FFF2-40B4-BE49-F238E27FC236}">
                <a16:creationId xmlns:a16="http://schemas.microsoft.com/office/drawing/2014/main" id="{AB32BD69-2760-810D-081D-80F5CB4DF92B}"/>
              </a:ext>
            </a:extLst>
          </p:cNvPr>
          <p:cNvSpPr/>
          <p:nvPr/>
        </p:nvSpPr>
        <p:spPr>
          <a:xfrm>
            <a:off x="831288" y="2355221"/>
            <a:ext cx="461842" cy="461842"/>
          </a:xfrm>
          <a:prstGeom prst="mathMultiply">
            <a:avLst>
              <a:gd name="adj1" fmla="val 10693"/>
            </a:avLst>
          </a:prstGeom>
          <a:solidFill>
            <a:srgbClr val="191919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EB107B8-7AD0-43F9-8DE1-011907167809}"/>
              </a:ext>
            </a:extLst>
          </p:cNvPr>
          <p:cNvSpPr/>
          <p:nvPr/>
        </p:nvSpPr>
        <p:spPr>
          <a:xfrm>
            <a:off x="3891417" y="1657650"/>
            <a:ext cx="2695681" cy="2578916"/>
          </a:xfrm>
          <a:prstGeom prst="roundRect">
            <a:avLst>
              <a:gd name="adj" fmla="val 3719"/>
            </a:avLst>
          </a:prstGeom>
          <a:noFill/>
          <a:ln w="38100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5F3C84-D513-ECC2-BBF1-BDE7F790FC29}"/>
              </a:ext>
            </a:extLst>
          </p:cNvPr>
          <p:cNvSpPr txBox="1"/>
          <p:nvPr/>
        </p:nvSpPr>
        <p:spPr>
          <a:xfrm>
            <a:off x="4336291" y="1177047"/>
            <a:ext cx="1430200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테스트폴더에요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5E108C6-C5D9-AD16-FFBE-0EA8E9BD1AFA}"/>
              </a:ext>
            </a:extLst>
          </p:cNvPr>
          <p:cNvGrpSpPr/>
          <p:nvPr/>
        </p:nvGrpSpPr>
        <p:grpSpPr>
          <a:xfrm>
            <a:off x="4039341" y="1811793"/>
            <a:ext cx="1651809" cy="393996"/>
            <a:chOff x="829326" y="1442533"/>
            <a:chExt cx="1651809" cy="393996"/>
          </a:xfrm>
        </p:grpSpPr>
        <p:pic>
          <p:nvPicPr>
            <p:cNvPr id="35" name="그래픽 34" descr="문서 단색으로 채워진">
              <a:extLst>
                <a:ext uri="{FF2B5EF4-FFF2-40B4-BE49-F238E27FC236}">
                  <a16:creationId xmlns:a16="http://schemas.microsoft.com/office/drawing/2014/main" id="{86447046-9AB1-893B-6349-EBD4EF6EF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CCD9C7A-EDD8-51A1-FEE9-79E04FEC763A}"/>
                </a:ext>
              </a:extLst>
            </p:cNvPr>
            <p:cNvSpPr txBox="1"/>
            <p:nvPr/>
          </p:nvSpPr>
          <p:spPr>
            <a:xfrm>
              <a:off x="1201618" y="1485643"/>
              <a:ext cx="1279517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오늘의 일기</a:t>
              </a:r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14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F5327E0-B78C-03D8-3D7A-2C86171640EC}"/>
              </a:ext>
            </a:extLst>
          </p:cNvPr>
          <p:cNvGrpSpPr/>
          <p:nvPr/>
        </p:nvGrpSpPr>
        <p:grpSpPr>
          <a:xfrm>
            <a:off x="4070256" y="2265965"/>
            <a:ext cx="1834173" cy="363081"/>
            <a:chOff x="3692365" y="2364736"/>
            <a:chExt cx="1834173" cy="363081"/>
          </a:xfrm>
        </p:grpSpPr>
        <p:pic>
          <p:nvPicPr>
            <p:cNvPr id="40" name="그래픽 39" descr="열린 폴더 윤곽선">
              <a:extLst>
                <a:ext uri="{FF2B5EF4-FFF2-40B4-BE49-F238E27FC236}">
                  <a16:creationId xmlns:a16="http://schemas.microsoft.com/office/drawing/2014/main" id="{9A0B434B-CE04-0735-ABE7-BA286734E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10C0771-9525-8039-C190-774B6AF3FE5C}"/>
                </a:ext>
              </a:extLst>
            </p:cNvPr>
            <p:cNvSpPr txBox="1"/>
            <p:nvPr/>
          </p:nvSpPr>
          <p:spPr>
            <a:xfrm>
              <a:off x="4037028" y="2403817"/>
              <a:ext cx="1489510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</a:t>
              </a:r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2E866DC-57B9-8858-6B5E-19BE9AA4EED4}"/>
              </a:ext>
            </a:extLst>
          </p:cNvPr>
          <p:cNvGrpSpPr/>
          <p:nvPr/>
        </p:nvGrpSpPr>
        <p:grpSpPr>
          <a:xfrm>
            <a:off x="4070256" y="2686160"/>
            <a:ext cx="1838983" cy="363081"/>
            <a:chOff x="3692365" y="2364736"/>
            <a:chExt cx="1838983" cy="363081"/>
          </a:xfrm>
        </p:grpSpPr>
        <p:pic>
          <p:nvPicPr>
            <p:cNvPr id="46" name="그래픽 45" descr="열린 폴더 윤곽선">
              <a:extLst>
                <a:ext uri="{FF2B5EF4-FFF2-40B4-BE49-F238E27FC236}">
                  <a16:creationId xmlns:a16="http://schemas.microsoft.com/office/drawing/2014/main" id="{F819A7E5-C9B4-219C-17AC-0FA7058A5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B279B4-8C73-9611-E496-887C2B9AFF00}"/>
                </a:ext>
              </a:extLst>
            </p:cNvPr>
            <p:cNvSpPr txBox="1"/>
            <p:nvPr/>
          </p:nvSpPr>
          <p:spPr>
            <a:xfrm>
              <a:off x="4037028" y="2403817"/>
              <a:ext cx="1494320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2024</a:t>
              </a:r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pic>
        <p:nvPicPr>
          <p:cNvPr id="49" name="그래픽 48" descr="열린 폴더 윤곽선">
            <a:extLst>
              <a:ext uri="{FF2B5EF4-FFF2-40B4-BE49-F238E27FC236}">
                <a16:creationId xmlns:a16="http://schemas.microsoft.com/office/drawing/2014/main" id="{B534020A-76F9-8027-6BF1-74754CEE4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2140" y="1182741"/>
            <a:ext cx="444821" cy="44482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A53AB8E0-2739-FC17-C88D-AA1620C53E27}"/>
              </a:ext>
            </a:extLst>
          </p:cNvPr>
          <p:cNvSpPr/>
          <p:nvPr/>
        </p:nvSpPr>
        <p:spPr>
          <a:xfrm>
            <a:off x="3827470" y="4348971"/>
            <a:ext cx="1332204" cy="30441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user.name</a:t>
            </a:r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0722AF6-A755-C4E3-3336-A4E037992FC2}"/>
              </a:ext>
            </a:extLst>
          </p:cNvPr>
          <p:cNvSpPr/>
          <p:nvPr/>
        </p:nvSpPr>
        <p:spPr>
          <a:xfrm>
            <a:off x="3827470" y="4710076"/>
            <a:ext cx="1332204" cy="30441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user.email</a:t>
            </a:r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6B9AF28-5BEE-FFBE-B5D6-08FD147DA950}"/>
              </a:ext>
            </a:extLst>
          </p:cNvPr>
          <p:cNvSpPr/>
          <p:nvPr/>
        </p:nvSpPr>
        <p:spPr>
          <a:xfrm>
            <a:off x="3827470" y="5071181"/>
            <a:ext cx="1332204" cy="30441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allow</a:t>
            </a:r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BEE1AD8-C789-F84E-E5D4-73EF36BCE4C0}"/>
              </a:ext>
            </a:extLst>
          </p:cNvPr>
          <p:cNvSpPr/>
          <p:nvPr/>
        </p:nvSpPr>
        <p:spPr>
          <a:xfrm>
            <a:off x="5159674" y="4348971"/>
            <a:ext cx="1332204" cy="3044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 이름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408A317-D6D8-9DD0-0397-0809B6E651A9}"/>
              </a:ext>
            </a:extLst>
          </p:cNvPr>
          <p:cNvSpPr/>
          <p:nvPr/>
        </p:nvSpPr>
        <p:spPr>
          <a:xfrm>
            <a:off x="5159674" y="4710076"/>
            <a:ext cx="1332204" cy="3044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 이메일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FFBAC89-6D44-7EDB-472A-66D414B8A166}"/>
              </a:ext>
            </a:extLst>
          </p:cNvPr>
          <p:cNvSpPr/>
          <p:nvPr/>
        </p:nvSpPr>
        <p:spPr>
          <a:xfrm>
            <a:off x="5159674" y="5071181"/>
            <a:ext cx="1332204" cy="3044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0FCD639-6EAA-6F14-CC64-3894DBB7D183}"/>
              </a:ext>
            </a:extLst>
          </p:cNvPr>
          <p:cNvGrpSpPr/>
          <p:nvPr/>
        </p:nvGrpSpPr>
        <p:grpSpPr>
          <a:xfrm>
            <a:off x="4070256" y="3108120"/>
            <a:ext cx="793825" cy="363081"/>
            <a:chOff x="3692365" y="2364736"/>
            <a:chExt cx="793825" cy="363081"/>
          </a:xfrm>
        </p:grpSpPr>
        <p:pic>
          <p:nvPicPr>
            <p:cNvPr id="60" name="그래픽 59" descr="열린 폴더 윤곽선">
              <a:extLst>
                <a:ext uri="{FF2B5EF4-FFF2-40B4-BE49-F238E27FC236}">
                  <a16:creationId xmlns:a16="http://schemas.microsoft.com/office/drawing/2014/main" id="{10AA6BE0-5215-7678-ED86-F42BCFF8D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8BDFB1A-7F19-14F9-A9A1-C567D10E86E2}"/>
                </a:ext>
              </a:extLst>
            </p:cNvPr>
            <p:cNvSpPr txBox="1"/>
            <p:nvPr/>
          </p:nvSpPr>
          <p:spPr>
            <a:xfrm>
              <a:off x="4037028" y="2403817"/>
              <a:ext cx="449162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.git</a:t>
              </a:r>
              <a:endPara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E56C68F-128B-9646-A592-5AE94B130D5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081689" y="1837139"/>
            <a:ext cx="1578808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D2726E9-5510-7AF5-3522-CD006D71959C}"/>
              </a:ext>
            </a:extLst>
          </p:cNvPr>
          <p:cNvSpPr txBox="1"/>
          <p:nvPr/>
        </p:nvSpPr>
        <p:spPr>
          <a:xfrm>
            <a:off x="2359224" y="1434578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60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교류 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가능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2410D4B-B90F-DC08-FE44-BB9942B43C0E}"/>
              </a:ext>
            </a:extLst>
          </p:cNvPr>
          <p:cNvSpPr/>
          <p:nvPr/>
        </p:nvSpPr>
        <p:spPr>
          <a:xfrm>
            <a:off x="6722464" y="4185832"/>
            <a:ext cx="4826000" cy="8853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5C50126-ED85-483B-FBEC-3B2CB003F460}"/>
              </a:ext>
            </a:extLst>
          </p:cNvPr>
          <p:cNvSpPr/>
          <p:nvPr/>
        </p:nvSpPr>
        <p:spPr>
          <a:xfrm>
            <a:off x="6722464" y="5071181"/>
            <a:ext cx="4826000" cy="47609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AB5BDD-068D-EA16-DAAA-9BE25E962DDF}"/>
              </a:ext>
            </a:extLst>
          </p:cNvPr>
          <p:cNvSpPr txBox="1"/>
          <p:nvPr/>
        </p:nvSpPr>
        <p:spPr>
          <a:xfrm>
            <a:off x="7473305" y="4041194"/>
            <a:ext cx="317747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GitHub</a:t>
            </a:r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연동될 우리의 이름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</a:t>
            </a:r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이메일 설정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9DE6AB-D5AA-D633-494A-E89632F4B307}"/>
              </a:ext>
            </a:extLst>
          </p:cNvPr>
          <p:cNvSpPr txBox="1"/>
          <p:nvPr/>
        </p:nvSpPr>
        <p:spPr>
          <a:xfrm>
            <a:off x="7052216" y="5396624"/>
            <a:ext cx="297068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해당 폴더를 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 관리하는 폴더로 변환</a:t>
            </a:r>
          </a:p>
        </p:txBody>
      </p:sp>
    </p:spTree>
    <p:extLst>
      <p:ext uri="{BB962C8B-B14F-4D97-AF65-F5344CB8AC3E}">
        <p14:creationId xmlns:p14="http://schemas.microsoft.com/office/powerpoint/2010/main" val="53492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0A028-D836-1B85-85EB-BFBC0EC02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9EFB8-FD62-F358-53B1-824D79B5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[2] </a:t>
            </a:r>
            <a:r>
              <a:rPr lang="ko-KR" altLang="en-US" dirty="0"/>
              <a:t>내 컴퓨터에 세이브 파일 생성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6D8E94D-BB40-7B0E-8AE3-3D443638BC3C}"/>
              </a:ext>
            </a:extLst>
          </p:cNvPr>
          <p:cNvSpPr/>
          <p:nvPr/>
        </p:nvSpPr>
        <p:spPr>
          <a:xfrm>
            <a:off x="799074" y="2299826"/>
            <a:ext cx="2695681" cy="2578916"/>
          </a:xfrm>
          <a:prstGeom prst="roundRect">
            <a:avLst>
              <a:gd name="adj" fmla="val 3719"/>
            </a:avLst>
          </a:prstGeom>
          <a:noFill/>
          <a:ln w="38100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3798B0-9708-2F42-E08B-F9417E140D70}"/>
              </a:ext>
            </a:extLst>
          </p:cNvPr>
          <p:cNvSpPr txBox="1"/>
          <p:nvPr/>
        </p:nvSpPr>
        <p:spPr>
          <a:xfrm>
            <a:off x="1243948" y="1819223"/>
            <a:ext cx="1430200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테스트폴더에요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8C782A0-F70D-DF2E-D685-349D64FFAE80}"/>
              </a:ext>
            </a:extLst>
          </p:cNvPr>
          <p:cNvGrpSpPr/>
          <p:nvPr/>
        </p:nvGrpSpPr>
        <p:grpSpPr>
          <a:xfrm>
            <a:off x="946998" y="2450247"/>
            <a:ext cx="1651809" cy="393996"/>
            <a:chOff x="829326" y="1442533"/>
            <a:chExt cx="1651809" cy="393996"/>
          </a:xfrm>
        </p:grpSpPr>
        <p:pic>
          <p:nvPicPr>
            <p:cNvPr id="35" name="그래픽 34" descr="문서 단색으로 채워진">
              <a:extLst>
                <a:ext uri="{FF2B5EF4-FFF2-40B4-BE49-F238E27FC236}">
                  <a16:creationId xmlns:a16="http://schemas.microsoft.com/office/drawing/2014/main" id="{6B8D9DCC-C9A0-D9B0-A0D3-5F3D4B0FA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699F13-A596-345F-5D0A-E754D6C9C94E}"/>
                </a:ext>
              </a:extLst>
            </p:cNvPr>
            <p:cNvSpPr txBox="1"/>
            <p:nvPr/>
          </p:nvSpPr>
          <p:spPr>
            <a:xfrm>
              <a:off x="1201618" y="1485643"/>
              <a:ext cx="1279517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오늘의 일기</a:t>
              </a:r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14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FB146A7-25B7-4398-EA27-D2ED0E515E6F}"/>
              </a:ext>
            </a:extLst>
          </p:cNvPr>
          <p:cNvGrpSpPr/>
          <p:nvPr/>
        </p:nvGrpSpPr>
        <p:grpSpPr>
          <a:xfrm>
            <a:off x="977913" y="2904419"/>
            <a:ext cx="1834173" cy="363081"/>
            <a:chOff x="3692365" y="2364736"/>
            <a:chExt cx="1834173" cy="363081"/>
          </a:xfrm>
        </p:grpSpPr>
        <p:pic>
          <p:nvPicPr>
            <p:cNvPr id="40" name="그래픽 39" descr="열린 폴더 윤곽선">
              <a:extLst>
                <a:ext uri="{FF2B5EF4-FFF2-40B4-BE49-F238E27FC236}">
                  <a16:creationId xmlns:a16="http://schemas.microsoft.com/office/drawing/2014/main" id="{EFC7E2CA-334B-4D40-7571-54B4D39CD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1C6076-5C6D-96C9-C673-AF43EEE4147E}"/>
                </a:ext>
              </a:extLst>
            </p:cNvPr>
            <p:cNvSpPr txBox="1"/>
            <p:nvPr/>
          </p:nvSpPr>
          <p:spPr>
            <a:xfrm>
              <a:off x="4037028" y="2403817"/>
              <a:ext cx="1489510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</a:t>
              </a:r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069CAE6-7229-4D6B-2017-8649A7396F01}"/>
              </a:ext>
            </a:extLst>
          </p:cNvPr>
          <p:cNvGrpSpPr/>
          <p:nvPr/>
        </p:nvGrpSpPr>
        <p:grpSpPr>
          <a:xfrm>
            <a:off x="977913" y="3324614"/>
            <a:ext cx="1838983" cy="363081"/>
            <a:chOff x="3692365" y="2364736"/>
            <a:chExt cx="1838983" cy="363081"/>
          </a:xfrm>
        </p:grpSpPr>
        <p:pic>
          <p:nvPicPr>
            <p:cNvPr id="46" name="그래픽 45" descr="열린 폴더 윤곽선">
              <a:extLst>
                <a:ext uri="{FF2B5EF4-FFF2-40B4-BE49-F238E27FC236}">
                  <a16:creationId xmlns:a16="http://schemas.microsoft.com/office/drawing/2014/main" id="{8ED48471-B035-52FD-1CE8-F0B97723D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8F0D9FC-BDAB-2EEE-D5EB-DB3B0552B363}"/>
                </a:ext>
              </a:extLst>
            </p:cNvPr>
            <p:cNvSpPr txBox="1"/>
            <p:nvPr/>
          </p:nvSpPr>
          <p:spPr>
            <a:xfrm>
              <a:off x="4037028" y="2403817"/>
              <a:ext cx="1494320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2024</a:t>
              </a:r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pic>
        <p:nvPicPr>
          <p:cNvPr id="49" name="그래픽 48" descr="열린 폴더 윤곽선">
            <a:extLst>
              <a:ext uri="{FF2B5EF4-FFF2-40B4-BE49-F238E27FC236}">
                <a16:creationId xmlns:a16="http://schemas.microsoft.com/office/drawing/2014/main" id="{38F2430E-B594-75CE-5E18-390FD6F62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797" y="1824917"/>
            <a:ext cx="444821" cy="444821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1F30CDD3-555C-273D-0DDA-290C361C248F}"/>
              </a:ext>
            </a:extLst>
          </p:cNvPr>
          <p:cNvGrpSpPr/>
          <p:nvPr/>
        </p:nvGrpSpPr>
        <p:grpSpPr>
          <a:xfrm>
            <a:off x="977913" y="3746574"/>
            <a:ext cx="793825" cy="363081"/>
            <a:chOff x="3692365" y="2364736"/>
            <a:chExt cx="793825" cy="363081"/>
          </a:xfrm>
        </p:grpSpPr>
        <p:pic>
          <p:nvPicPr>
            <p:cNvPr id="60" name="그래픽 59" descr="열린 폴더 윤곽선">
              <a:extLst>
                <a:ext uri="{FF2B5EF4-FFF2-40B4-BE49-F238E27FC236}">
                  <a16:creationId xmlns:a16="http://schemas.microsoft.com/office/drawing/2014/main" id="{35240CCB-0B71-99FD-D0F8-38F086F07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50C60B-B40D-B8D6-E139-8F162C3AEED7}"/>
                </a:ext>
              </a:extLst>
            </p:cNvPr>
            <p:cNvSpPr txBox="1"/>
            <p:nvPr/>
          </p:nvSpPr>
          <p:spPr>
            <a:xfrm>
              <a:off x="4037028" y="2403817"/>
              <a:ext cx="449162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.git</a:t>
              </a:r>
              <a:endPara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A39CB61-5598-8EDE-33C9-EC3DE927E900}"/>
              </a:ext>
            </a:extLst>
          </p:cNvPr>
          <p:cNvGrpSpPr/>
          <p:nvPr/>
        </p:nvGrpSpPr>
        <p:grpSpPr>
          <a:xfrm>
            <a:off x="3908906" y="2348718"/>
            <a:ext cx="1983894" cy="633221"/>
            <a:chOff x="3908906" y="1918412"/>
            <a:chExt cx="1983894" cy="63322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0485FA8-1553-F5D6-ADAF-37939B8A5DF3}"/>
                </a:ext>
              </a:extLst>
            </p:cNvPr>
            <p:cNvSpPr txBox="1"/>
            <p:nvPr/>
          </p:nvSpPr>
          <p:spPr>
            <a:xfrm>
              <a:off x="3977665" y="2203705"/>
              <a:ext cx="9428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add .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5EE17B14-B1C6-89DB-47BC-D31A8C4BFEB0}"/>
                </a:ext>
              </a:extLst>
            </p:cNvPr>
            <p:cNvSpPr/>
            <p:nvPr/>
          </p:nvSpPr>
          <p:spPr>
            <a:xfrm>
              <a:off x="3908906" y="2063051"/>
              <a:ext cx="1983894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AB0BC4-6FEF-4595-2AA7-C2A9826FF4C5}"/>
                </a:ext>
              </a:extLst>
            </p:cNvPr>
            <p:cNvSpPr txBox="1"/>
            <p:nvPr/>
          </p:nvSpPr>
          <p:spPr>
            <a:xfrm>
              <a:off x="4034176" y="1918412"/>
              <a:ext cx="17139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수정된 모든 파일 추가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6FE549-E1BA-405F-5384-E54774F12C1C}"/>
              </a:ext>
            </a:extLst>
          </p:cNvPr>
          <p:cNvGrpSpPr/>
          <p:nvPr/>
        </p:nvGrpSpPr>
        <p:grpSpPr>
          <a:xfrm>
            <a:off x="8765646" y="1373782"/>
            <a:ext cx="3073911" cy="633221"/>
            <a:chOff x="2980796" y="4945510"/>
            <a:chExt cx="3073911" cy="6332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B52291-CE75-4CBA-C089-547B5166E67B}"/>
                </a:ext>
              </a:extLst>
            </p:cNvPr>
            <p:cNvSpPr txBox="1"/>
            <p:nvPr/>
          </p:nvSpPr>
          <p:spPr>
            <a:xfrm>
              <a:off x="3049555" y="5230803"/>
              <a:ext cx="26949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commit –m “</a:t>
              </a:r>
              <a:r>
                <a: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 일기장들</a:t>
              </a: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“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3DED4DB-132C-0CA9-E503-58CF903A74CA}"/>
                </a:ext>
              </a:extLst>
            </p:cNvPr>
            <p:cNvSpPr/>
            <p:nvPr/>
          </p:nvSpPr>
          <p:spPr>
            <a:xfrm>
              <a:off x="2980796" y="5090149"/>
              <a:ext cx="3073911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BB0DD8-790D-7473-486E-6FBBE219781F}"/>
                </a:ext>
              </a:extLst>
            </p:cNvPr>
            <p:cNvSpPr txBox="1"/>
            <p:nvPr/>
          </p:nvSpPr>
          <p:spPr>
            <a:xfrm>
              <a:off x="3106066" y="4945510"/>
              <a:ext cx="135966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대기열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이름 변경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6DF5C06-0F47-FBF4-3288-826F556D0F63}"/>
              </a:ext>
            </a:extLst>
          </p:cNvPr>
          <p:cNvSpPr/>
          <p:nvPr/>
        </p:nvSpPr>
        <p:spPr>
          <a:xfrm>
            <a:off x="6427697" y="2299826"/>
            <a:ext cx="2695681" cy="2578916"/>
          </a:xfrm>
          <a:prstGeom prst="roundRect">
            <a:avLst>
              <a:gd name="adj" fmla="val 3719"/>
            </a:avLst>
          </a:prstGeom>
          <a:noFill/>
          <a:ln w="38100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A5F26-38E1-6C43-4307-5D6CAD8F1CFC}"/>
              </a:ext>
            </a:extLst>
          </p:cNvPr>
          <p:cNvSpPr txBox="1"/>
          <p:nvPr/>
        </p:nvSpPr>
        <p:spPr>
          <a:xfrm>
            <a:off x="6872571" y="1819223"/>
            <a:ext cx="14911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Local Storage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AE4FE46-696E-5194-A24F-32586FE4E42E}"/>
              </a:ext>
            </a:extLst>
          </p:cNvPr>
          <p:cNvGrpSpPr/>
          <p:nvPr/>
        </p:nvGrpSpPr>
        <p:grpSpPr>
          <a:xfrm>
            <a:off x="6575621" y="2450247"/>
            <a:ext cx="1651809" cy="393996"/>
            <a:chOff x="829326" y="1442533"/>
            <a:chExt cx="1651809" cy="393996"/>
          </a:xfrm>
        </p:grpSpPr>
        <p:pic>
          <p:nvPicPr>
            <p:cNvPr id="16" name="그래픽 15" descr="문서 단색으로 채워진">
              <a:extLst>
                <a:ext uri="{FF2B5EF4-FFF2-40B4-BE49-F238E27FC236}">
                  <a16:creationId xmlns:a16="http://schemas.microsoft.com/office/drawing/2014/main" id="{54D920B0-1D71-6F2D-A64D-406BBD96D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471054-2C9C-566E-F024-4E2F78755D5B}"/>
                </a:ext>
              </a:extLst>
            </p:cNvPr>
            <p:cNvSpPr txBox="1"/>
            <p:nvPr/>
          </p:nvSpPr>
          <p:spPr>
            <a:xfrm>
              <a:off x="1201618" y="1485643"/>
              <a:ext cx="1279517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오늘의 일기</a:t>
              </a:r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14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ADA9EC2-7721-EFCB-6F7E-BF4CDD65F326}"/>
              </a:ext>
            </a:extLst>
          </p:cNvPr>
          <p:cNvGrpSpPr/>
          <p:nvPr/>
        </p:nvGrpSpPr>
        <p:grpSpPr>
          <a:xfrm>
            <a:off x="6606536" y="2904419"/>
            <a:ext cx="1834173" cy="363081"/>
            <a:chOff x="3692365" y="2364736"/>
            <a:chExt cx="1834173" cy="363081"/>
          </a:xfrm>
        </p:grpSpPr>
        <p:pic>
          <p:nvPicPr>
            <p:cNvPr id="24" name="그래픽 23" descr="열린 폴더 윤곽선">
              <a:extLst>
                <a:ext uri="{FF2B5EF4-FFF2-40B4-BE49-F238E27FC236}">
                  <a16:creationId xmlns:a16="http://schemas.microsoft.com/office/drawing/2014/main" id="{B786990C-A9CB-0575-04E0-87312E38F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72B913-678A-FFAA-FBB0-FDBB541259F0}"/>
                </a:ext>
              </a:extLst>
            </p:cNvPr>
            <p:cNvSpPr txBox="1"/>
            <p:nvPr/>
          </p:nvSpPr>
          <p:spPr>
            <a:xfrm>
              <a:off x="4037028" y="2403817"/>
              <a:ext cx="1489510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</a:t>
              </a:r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429CF80-A70C-2C26-C35F-EC7B703279BF}"/>
              </a:ext>
            </a:extLst>
          </p:cNvPr>
          <p:cNvGrpSpPr/>
          <p:nvPr/>
        </p:nvGrpSpPr>
        <p:grpSpPr>
          <a:xfrm>
            <a:off x="6606536" y="3324614"/>
            <a:ext cx="1838983" cy="363081"/>
            <a:chOff x="3692365" y="2364736"/>
            <a:chExt cx="1838983" cy="363081"/>
          </a:xfrm>
        </p:grpSpPr>
        <p:pic>
          <p:nvPicPr>
            <p:cNvPr id="27" name="그래픽 26" descr="열린 폴더 윤곽선">
              <a:extLst>
                <a:ext uri="{FF2B5EF4-FFF2-40B4-BE49-F238E27FC236}">
                  <a16:creationId xmlns:a16="http://schemas.microsoft.com/office/drawing/2014/main" id="{F753E606-CAA9-5D1B-A802-A8694BD12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0F48A2-F242-A25F-A320-D297E288C87F}"/>
                </a:ext>
              </a:extLst>
            </p:cNvPr>
            <p:cNvSpPr txBox="1"/>
            <p:nvPr/>
          </p:nvSpPr>
          <p:spPr>
            <a:xfrm>
              <a:off x="4037028" y="2403817"/>
              <a:ext cx="1494320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2024</a:t>
              </a:r>
              <a:r>
                <a: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30FAFB0-6305-5CED-F491-4685B06505CE}"/>
              </a:ext>
            </a:extLst>
          </p:cNvPr>
          <p:cNvGrpSpPr/>
          <p:nvPr/>
        </p:nvGrpSpPr>
        <p:grpSpPr>
          <a:xfrm>
            <a:off x="6606536" y="3746574"/>
            <a:ext cx="793825" cy="363081"/>
            <a:chOff x="3692365" y="2364736"/>
            <a:chExt cx="793825" cy="363081"/>
          </a:xfrm>
        </p:grpSpPr>
        <p:pic>
          <p:nvPicPr>
            <p:cNvPr id="31" name="그래픽 30" descr="열린 폴더 윤곽선">
              <a:extLst>
                <a:ext uri="{FF2B5EF4-FFF2-40B4-BE49-F238E27FC236}">
                  <a16:creationId xmlns:a16="http://schemas.microsoft.com/office/drawing/2014/main" id="{EA17B693-8287-762D-3E99-D5D60CC6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FD2567F-ED05-5409-B421-482692583926}"/>
                </a:ext>
              </a:extLst>
            </p:cNvPr>
            <p:cNvSpPr txBox="1"/>
            <p:nvPr/>
          </p:nvSpPr>
          <p:spPr>
            <a:xfrm>
              <a:off x="4037028" y="2403817"/>
              <a:ext cx="449162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.git</a:t>
              </a:r>
              <a:endParaRPr lang="ko-KR" altLang="en-US" sz="14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pic>
        <p:nvPicPr>
          <p:cNvPr id="37" name="그래픽 36" descr="서류 상자 보관 단색으로 채워진">
            <a:extLst>
              <a:ext uri="{FF2B5EF4-FFF2-40B4-BE49-F238E27FC236}">
                <a16:creationId xmlns:a16="http://schemas.microsoft.com/office/drawing/2014/main" id="{40F479CA-4806-31A4-CF9E-75CDB5C579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7698" y="1796200"/>
            <a:ext cx="488582" cy="488582"/>
          </a:xfrm>
          <a:prstGeom prst="rect">
            <a:avLst/>
          </a:prstGeom>
        </p:spPr>
      </p:pic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C8146DB-04B8-1ADA-5EA5-BD3F74B1768F}"/>
              </a:ext>
            </a:extLst>
          </p:cNvPr>
          <p:cNvCxnSpPr>
            <a:cxnSpLocks/>
          </p:cNvCxnSpPr>
          <p:nvPr/>
        </p:nvCxnSpPr>
        <p:spPr>
          <a:xfrm>
            <a:off x="3739914" y="3173506"/>
            <a:ext cx="2406886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BCFE9406-1E4A-7FF9-71AD-F1F08A08F5EB}"/>
              </a:ext>
            </a:extLst>
          </p:cNvPr>
          <p:cNvSpPr/>
          <p:nvPr/>
        </p:nvSpPr>
        <p:spPr>
          <a:xfrm rot="1332931" flipH="1">
            <a:off x="8755524" y="2355136"/>
            <a:ext cx="1708306" cy="438796"/>
          </a:xfrm>
          <a:custGeom>
            <a:avLst/>
            <a:gdLst>
              <a:gd name="csX0" fmla="*/ 1490550 w 1708306"/>
              <a:gd name="csY0" fmla="*/ 128959 h 438796"/>
              <a:gd name="csX1" fmla="*/ 1542716 w 1708306"/>
              <a:gd name="csY1" fmla="*/ 253152 h 438796"/>
              <a:gd name="csX2" fmla="*/ 1418524 w 1708306"/>
              <a:gd name="csY2" fmla="*/ 305318 h 438796"/>
              <a:gd name="csX3" fmla="*/ 1366358 w 1708306"/>
              <a:gd name="csY3" fmla="*/ 181125 h 438796"/>
              <a:gd name="csX4" fmla="*/ 1490550 w 1708306"/>
              <a:gd name="csY4" fmla="*/ 128959 h 438796"/>
              <a:gd name="csX5" fmla="*/ 1488908 w 1708306"/>
              <a:gd name="csY5" fmla="*/ 0 h 438796"/>
              <a:gd name="csX6" fmla="*/ 0 w 1708306"/>
              <a:gd name="csY6" fmla="*/ 0 h 438796"/>
              <a:gd name="csX7" fmla="*/ 0 w 1708306"/>
              <a:gd name="csY7" fmla="*/ 438796 h 438796"/>
              <a:gd name="csX8" fmla="*/ 1488909 w 1708306"/>
              <a:gd name="csY8" fmla="*/ 438796 h 438796"/>
              <a:gd name="csX9" fmla="*/ 1708306 w 1708306"/>
              <a:gd name="csY9" fmla="*/ 219398 h 43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8306" h="438796">
                <a:moveTo>
                  <a:pt x="1490550" y="128959"/>
                </a:moveTo>
                <a:cubicBezTo>
                  <a:pt x="1539250" y="148848"/>
                  <a:pt x="1562606" y="204452"/>
                  <a:pt x="1542716" y="253152"/>
                </a:cubicBezTo>
                <a:cubicBezTo>
                  <a:pt x="1522827" y="301852"/>
                  <a:pt x="1467224" y="325207"/>
                  <a:pt x="1418524" y="305318"/>
                </a:cubicBezTo>
                <a:cubicBezTo>
                  <a:pt x="1369824" y="285428"/>
                  <a:pt x="1346468" y="229825"/>
                  <a:pt x="1366358" y="181125"/>
                </a:cubicBezTo>
                <a:cubicBezTo>
                  <a:pt x="1386247" y="132425"/>
                  <a:pt x="1441850" y="109069"/>
                  <a:pt x="1490550" y="128959"/>
                </a:cubicBezTo>
                <a:close/>
                <a:moveTo>
                  <a:pt x="1488908" y="0"/>
                </a:moveTo>
                <a:lnTo>
                  <a:pt x="0" y="0"/>
                </a:lnTo>
                <a:lnTo>
                  <a:pt x="0" y="438796"/>
                </a:lnTo>
                <a:lnTo>
                  <a:pt x="1488909" y="438796"/>
                </a:lnTo>
                <a:lnTo>
                  <a:pt x="1708306" y="219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       내 일기장들</a:t>
            </a:r>
          </a:p>
        </p:txBody>
      </p:sp>
      <p:pic>
        <p:nvPicPr>
          <p:cNvPr id="8" name="그래픽 7" descr="별 단색으로 채워진">
            <a:extLst>
              <a:ext uri="{FF2B5EF4-FFF2-40B4-BE49-F238E27FC236}">
                <a16:creationId xmlns:a16="http://schemas.microsoft.com/office/drawing/2014/main" id="{91EA4302-91BF-3A49-136C-49ADD080C1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78848" y="2356013"/>
            <a:ext cx="274688" cy="274688"/>
          </a:xfrm>
          <a:prstGeom prst="rect">
            <a:avLst/>
          </a:prstGeom>
        </p:spPr>
      </p:pic>
      <p:pic>
        <p:nvPicPr>
          <p:cNvPr id="9" name="그래픽 8" descr="별 단색으로 채워진">
            <a:extLst>
              <a:ext uri="{FF2B5EF4-FFF2-40B4-BE49-F238E27FC236}">
                <a16:creationId xmlns:a16="http://schemas.microsoft.com/office/drawing/2014/main" id="{99C7D4A2-18F4-8EA9-4226-3AC28C099F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2048" y="1390326"/>
            <a:ext cx="274688" cy="2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1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CCD34-510C-801D-B6D6-D72D36A6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61A37-B382-7FAF-0F98-3A5CA2CB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[3] GitHub</a:t>
            </a:r>
            <a:r>
              <a:rPr lang="ko-KR" altLang="en-US" dirty="0"/>
              <a:t> 연동하기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CD13FDF-BA1F-CA09-5840-4B6223410DC2}"/>
              </a:ext>
            </a:extLst>
          </p:cNvPr>
          <p:cNvGrpSpPr/>
          <p:nvPr/>
        </p:nvGrpSpPr>
        <p:grpSpPr>
          <a:xfrm>
            <a:off x="2666421" y="1465554"/>
            <a:ext cx="3567097" cy="633221"/>
            <a:chOff x="2980796" y="4945510"/>
            <a:chExt cx="3567097" cy="6332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8768A4-7E9F-D3F5-F3FE-758953965361}"/>
                </a:ext>
              </a:extLst>
            </p:cNvPr>
            <p:cNvSpPr txBox="1"/>
            <p:nvPr/>
          </p:nvSpPr>
          <p:spPr>
            <a:xfrm>
              <a:off x="3049555" y="5230803"/>
              <a:ext cx="32976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remote add origin [</a:t>
              </a:r>
              <a:r>
                <a:rPr lang="ko-KR" altLang="en-US" sz="1600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깃허브</a:t>
              </a:r>
              <a:r>
                <a: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주소</a:t>
              </a: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]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3E0571E-EE7F-70FE-2335-519F47BA5846}"/>
                </a:ext>
              </a:extLst>
            </p:cNvPr>
            <p:cNvSpPr/>
            <p:nvPr/>
          </p:nvSpPr>
          <p:spPr>
            <a:xfrm>
              <a:off x="2980796" y="5090149"/>
              <a:ext cx="3567097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2EB3FB-126B-F9FB-2192-0C855503E26C}"/>
                </a:ext>
              </a:extLst>
            </p:cNvPr>
            <p:cNvSpPr txBox="1"/>
            <p:nvPr/>
          </p:nvSpPr>
          <p:spPr>
            <a:xfrm>
              <a:off x="3106066" y="4945510"/>
              <a:ext cx="265649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 폴더와 </a:t>
              </a:r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깃허브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Repository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연결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1CE6884-3C6D-ECE9-C530-24C321D40068}"/>
              </a:ext>
            </a:extLst>
          </p:cNvPr>
          <p:cNvSpPr txBox="1"/>
          <p:nvPr/>
        </p:nvSpPr>
        <p:spPr>
          <a:xfrm>
            <a:off x="1069066" y="2130648"/>
            <a:ext cx="1491114" cy="41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Local Storage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7" name="그래픽 36" descr="서류 상자 보관 단색으로 채워진">
            <a:extLst>
              <a:ext uri="{FF2B5EF4-FFF2-40B4-BE49-F238E27FC236}">
                <a16:creationId xmlns:a16="http://schemas.microsoft.com/office/drawing/2014/main" id="{6C8906EA-802B-1E53-AA8C-6B3262CAB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93" y="2107625"/>
            <a:ext cx="488582" cy="488582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9F87588-C8DC-AAC5-8E6B-E27DF102B398}"/>
              </a:ext>
            </a:extLst>
          </p:cNvPr>
          <p:cNvGrpSpPr/>
          <p:nvPr/>
        </p:nvGrpSpPr>
        <p:grpSpPr>
          <a:xfrm>
            <a:off x="624192" y="2611251"/>
            <a:ext cx="4036133" cy="2578916"/>
            <a:chOff x="328112" y="2299826"/>
            <a:chExt cx="4036133" cy="2578916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02A00E7-B402-0E77-9D42-B4802F760DF3}"/>
                </a:ext>
              </a:extLst>
            </p:cNvPr>
            <p:cNvSpPr/>
            <p:nvPr/>
          </p:nvSpPr>
          <p:spPr>
            <a:xfrm>
              <a:off x="328112" y="2299826"/>
              <a:ext cx="2695681" cy="2578916"/>
            </a:xfrm>
            <a:prstGeom prst="roundRect">
              <a:avLst>
                <a:gd name="adj" fmla="val 3719"/>
              </a:avLst>
            </a:prstGeom>
            <a:noFill/>
            <a:ln w="38100">
              <a:solidFill>
                <a:srgbClr val="19191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0A4CD31-1E55-ACB3-40BC-2C815A5BFAE6}"/>
                </a:ext>
              </a:extLst>
            </p:cNvPr>
            <p:cNvGrpSpPr/>
            <p:nvPr/>
          </p:nvGrpSpPr>
          <p:grpSpPr>
            <a:xfrm>
              <a:off x="476036" y="2450247"/>
              <a:ext cx="1651809" cy="393996"/>
              <a:chOff x="829326" y="1442533"/>
              <a:chExt cx="1651809" cy="393996"/>
            </a:xfrm>
          </p:grpSpPr>
          <p:pic>
            <p:nvPicPr>
              <p:cNvPr id="16" name="그래픽 15" descr="문서 단색으로 채워진">
                <a:extLst>
                  <a:ext uri="{FF2B5EF4-FFF2-40B4-BE49-F238E27FC236}">
                    <a16:creationId xmlns:a16="http://schemas.microsoft.com/office/drawing/2014/main" id="{36DC4F54-81F7-BDE1-423E-E1FC5B3FA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9326" y="1442533"/>
                <a:ext cx="393996" cy="39399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E071ED-C45C-CBBB-FB3D-276EBFAB71D1}"/>
                  </a:ext>
                </a:extLst>
              </p:cNvPr>
              <p:cNvSpPr txBox="1"/>
              <p:nvPr/>
            </p:nvSpPr>
            <p:spPr>
              <a:xfrm>
                <a:off x="1201618" y="1485643"/>
                <a:ext cx="1279517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ko-KR" altLang="en-US" sz="14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오늘의 일기</a:t>
                </a:r>
                <a:r>
                  <a:rPr lang="en-US" altLang="ko-KR" sz="14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.txt</a:t>
                </a:r>
                <a:endParaRPr lang="ko-KR" altLang="en-US" sz="14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0260009-0CAD-1DCD-919F-56C543F00415}"/>
                </a:ext>
              </a:extLst>
            </p:cNvPr>
            <p:cNvGrpSpPr/>
            <p:nvPr/>
          </p:nvGrpSpPr>
          <p:grpSpPr>
            <a:xfrm>
              <a:off x="506951" y="2904419"/>
              <a:ext cx="1834173" cy="363081"/>
              <a:chOff x="3692365" y="2364736"/>
              <a:chExt cx="1834173" cy="363081"/>
            </a:xfrm>
          </p:grpSpPr>
          <p:pic>
            <p:nvPicPr>
              <p:cNvPr id="24" name="그래픽 23" descr="열린 폴더 윤곽선">
                <a:extLst>
                  <a:ext uri="{FF2B5EF4-FFF2-40B4-BE49-F238E27FC236}">
                    <a16:creationId xmlns:a16="http://schemas.microsoft.com/office/drawing/2014/main" id="{94634F60-4A45-7AF3-8AAB-140727323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92365" y="2364736"/>
                <a:ext cx="363081" cy="363081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97B1AE-53CF-80BB-198B-568542FAEDEB}"/>
                  </a:ext>
                </a:extLst>
              </p:cNvPr>
              <p:cNvSpPr txBox="1"/>
              <p:nvPr/>
            </p:nvSpPr>
            <p:spPr>
              <a:xfrm>
                <a:off x="4037028" y="2403817"/>
                <a:ext cx="1489510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2025</a:t>
                </a:r>
                <a:r>
                  <a:rPr lang="ko-KR" altLang="en-US" sz="14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년 일기 모음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4D086459-4542-DD9D-66D3-69E64F4E7A18}"/>
                </a:ext>
              </a:extLst>
            </p:cNvPr>
            <p:cNvGrpSpPr/>
            <p:nvPr/>
          </p:nvGrpSpPr>
          <p:grpSpPr>
            <a:xfrm>
              <a:off x="506951" y="3324614"/>
              <a:ext cx="1838983" cy="363081"/>
              <a:chOff x="3692365" y="2364736"/>
              <a:chExt cx="1838983" cy="363081"/>
            </a:xfrm>
          </p:grpSpPr>
          <p:pic>
            <p:nvPicPr>
              <p:cNvPr id="27" name="그래픽 26" descr="열린 폴더 윤곽선">
                <a:extLst>
                  <a:ext uri="{FF2B5EF4-FFF2-40B4-BE49-F238E27FC236}">
                    <a16:creationId xmlns:a16="http://schemas.microsoft.com/office/drawing/2014/main" id="{1019E7BC-1393-75C0-5076-4EC6615085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92365" y="2364736"/>
                <a:ext cx="363081" cy="363081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DCB33B-D6C4-F16F-7A1C-A9D26513A7B0}"/>
                  </a:ext>
                </a:extLst>
              </p:cNvPr>
              <p:cNvSpPr txBox="1"/>
              <p:nvPr/>
            </p:nvSpPr>
            <p:spPr>
              <a:xfrm>
                <a:off x="4037028" y="2403817"/>
                <a:ext cx="1494320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2024</a:t>
                </a:r>
                <a:r>
                  <a:rPr lang="ko-KR" altLang="en-US" sz="14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년 일기 모음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FD71848-F275-0E6E-3A04-5B0CB4AF17B2}"/>
                </a:ext>
              </a:extLst>
            </p:cNvPr>
            <p:cNvGrpSpPr/>
            <p:nvPr/>
          </p:nvGrpSpPr>
          <p:grpSpPr>
            <a:xfrm>
              <a:off x="506951" y="3746574"/>
              <a:ext cx="793825" cy="363081"/>
              <a:chOff x="3692365" y="2364736"/>
              <a:chExt cx="793825" cy="363081"/>
            </a:xfrm>
          </p:grpSpPr>
          <p:pic>
            <p:nvPicPr>
              <p:cNvPr id="31" name="그래픽 30" descr="열린 폴더 윤곽선">
                <a:extLst>
                  <a:ext uri="{FF2B5EF4-FFF2-40B4-BE49-F238E27FC236}">
                    <a16:creationId xmlns:a16="http://schemas.microsoft.com/office/drawing/2014/main" id="{62603C6E-C601-7DB8-33FE-F33F4FFC7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92365" y="2364736"/>
                <a:ext cx="363081" cy="363081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7E29CA-E8E1-B8A1-4703-C206C72F59D2}"/>
                  </a:ext>
                </a:extLst>
              </p:cNvPr>
              <p:cNvSpPr txBox="1"/>
              <p:nvPr/>
            </p:nvSpPr>
            <p:spPr>
              <a:xfrm>
                <a:off x="4037028" y="2403817"/>
                <a:ext cx="449162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6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.git</a:t>
                </a:r>
                <a:endPara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613943F-3BD1-6955-E5A9-9C30FD659013}"/>
                </a:ext>
              </a:extLst>
            </p:cNvPr>
            <p:cNvSpPr/>
            <p:nvPr/>
          </p:nvSpPr>
          <p:spPr>
            <a:xfrm rot="1332931" flipH="1">
              <a:off x="2655939" y="2355136"/>
              <a:ext cx="1708306" cy="438796"/>
            </a:xfrm>
            <a:custGeom>
              <a:avLst/>
              <a:gdLst>
                <a:gd name="csX0" fmla="*/ 1490550 w 1708306"/>
                <a:gd name="csY0" fmla="*/ 128959 h 438796"/>
                <a:gd name="csX1" fmla="*/ 1542716 w 1708306"/>
                <a:gd name="csY1" fmla="*/ 253152 h 438796"/>
                <a:gd name="csX2" fmla="*/ 1418524 w 1708306"/>
                <a:gd name="csY2" fmla="*/ 305318 h 438796"/>
                <a:gd name="csX3" fmla="*/ 1366358 w 1708306"/>
                <a:gd name="csY3" fmla="*/ 181125 h 438796"/>
                <a:gd name="csX4" fmla="*/ 1490550 w 1708306"/>
                <a:gd name="csY4" fmla="*/ 128959 h 438796"/>
                <a:gd name="csX5" fmla="*/ 1488908 w 1708306"/>
                <a:gd name="csY5" fmla="*/ 0 h 438796"/>
                <a:gd name="csX6" fmla="*/ 0 w 1708306"/>
                <a:gd name="csY6" fmla="*/ 0 h 438796"/>
                <a:gd name="csX7" fmla="*/ 0 w 1708306"/>
                <a:gd name="csY7" fmla="*/ 438796 h 438796"/>
                <a:gd name="csX8" fmla="*/ 1488909 w 1708306"/>
                <a:gd name="csY8" fmla="*/ 438796 h 438796"/>
                <a:gd name="csX9" fmla="*/ 1708306 w 1708306"/>
                <a:gd name="csY9" fmla="*/ 219398 h 438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08306" h="438796">
                  <a:moveTo>
                    <a:pt x="1490550" y="128959"/>
                  </a:moveTo>
                  <a:cubicBezTo>
                    <a:pt x="1539250" y="148848"/>
                    <a:pt x="1562606" y="204452"/>
                    <a:pt x="1542716" y="253152"/>
                  </a:cubicBezTo>
                  <a:cubicBezTo>
                    <a:pt x="1522827" y="301852"/>
                    <a:pt x="1467224" y="325207"/>
                    <a:pt x="1418524" y="305318"/>
                  </a:cubicBezTo>
                  <a:cubicBezTo>
                    <a:pt x="1369824" y="285428"/>
                    <a:pt x="1346468" y="229825"/>
                    <a:pt x="1366358" y="181125"/>
                  </a:cubicBezTo>
                  <a:cubicBezTo>
                    <a:pt x="1386247" y="132425"/>
                    <a:pt x="1441850" y="109069"/>
                    <a:pt x="1490550" y="128959"/>
                  </a:cubicBezTo>
                  <a:close/>
                  <a:moveTo>
                    <a:pt x="1488908" y="0"/>
                  </a:moveTo>
                  <a:lnTo>
                    <a:pt x="0" y="0"/>
                  </a:lnTo>
                  <a:lnTo>
                    <a:pt x="0" y="438796"/>
                  </a:lnTo>
                  <a:lnTo>
                    <a:pt x="1488909" y="438796"/>
                  </a:lnTo>
                  <a:lnTo>
                    <a:pt x="1708306" y="21939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       내 일기장들</a:t>
              </a:r>
            </a:p>
          </p:txBody>
        </p:sp>
      </p:grp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835C9D7-F9B1-438A-0DB6-488DB7910E1E}"/>
              </a:ext>
            </a:extLst>
          </p:cNvPr>
          <p:cNvCxnSpPr>
            <a:cxnSpLocks/>
          </p:cNvCxnSpPr>
          <p:nvPr/>
        </p:nvCxnSpPr>
        <p:spPr>
          <a:xfrm>
            <a:off x="3586158" y="3962506"/>
            <a:ext cx="3460101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C1EAA8F-1E46-61B4-02F4-897BF6CABF59}"/>
              </a:ext>
            </a:extLst>
          </p:cNvPr>
          <p:cNvGrpSpPr/>
          <p:nvPr/>
        </p:nvGrpSpPr>
        <p:grpSpPr>
          <a:xfrm>
            <a:off x="7278931" y="2147813"/>
            <a:ext cx="3999027" cy="2951310"/>
            <a:chOff x="6013526" y="1388187"/>
            <a:chExt cx="3999027" cy="295131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CBB55F6A-BCC4-EAAE-268B-D0A525E400B9}"/>
                </a:ext>
              </a:extLst>
            </p:cNvPr>
            <p:cNvSpPr/>
            <p:nvPr/>
          </p:nvSpPr>
          <p:spPr>
            <a:xfrm>
              <a:off x="6013526" y="1869141"/>
              <a:ext cx="3999027" cy="2470356"/>
            </a:xfrm>
            <a:prstGeom prst="roundRect">
              <a:avLst>
                <a:gd name="adj" fmla="val 3719"/>
              </a:avLst>
            </a:prstGeom>
            <a:noFill/>
            <a:ln w="38100">
              <a:solidFill>
                <a:srgbClr val="19191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086C05-37BF-FBB5-BE41-977F0DAA2948}"/>
                </a:ext>
              </a:extLst>
            </p:cNvPr>
            <p:cNvSpPr txBox="1"/>
            <p:nvPr/>
          </p:nvSpPr>
          <p:spPr>
            <a:xfrm>
              <a:off x="6398381" y="1388187"/>
              <a:ext cx="848309" cy="419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19CF744F-3FE4-5614-53DF-0A5E34DD42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22" y="2694162"/>
            <a:ext cx="2520664" cy="1710695"/>
          </a:xfrm>
          <a:prstGeom prst="rect">
            <a:avLst/>
          </a:prstGeom>
        </p:spPr>
      </p:pic>
      <p:pic>
        <p:nvPicPr>
          <p:cNvPr id="29" name="Picture 2" descr="Github 로고 - 무료 소셜 미디어개 아이콘">
            <a:extLst>
              <a:ext uri="{FF2B5EF4-FFF2-40B4-BE49-F238E27FC236}">
                <a16:creationId xmlns:a16="http://schemas.microsoft.com/office/drawing/2014/main" id="{093C24D1-4476-65D8-71C3-2B909D335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803" y="2165048"/>
            <a:ext cx="364651" cy="36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506010C4-F6FF-565E-C3AD-76FD555BD0A8}"/>
              </a:ext>
            </a:extLst>
          </p:cNvPr>
          <p:cNvGrpSpPr/>
          <p:nvPr/>
        </p:nvGrpSpPr>
        <p:grpSpPr>
          <a:xfrm>
            <a:off x="3708893" y="4088246"/>
            <a:ext cx="3181017" cy="633221"/>
            <a:chOff x="2980796" y="4945510"/>
            <a:chExt cx="3181017" cy="6332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90BE0DE-BF5D-447F-5C78-8CFAEE20953A}"/>
                </a:ext>
              </a:extLst>
            </p:cNvPr>
            <p:cNvSpPr txBox="1"/>
            <p:nvPr/>
          </p:nvSpPr>
          <p:spPr>
            <a:xfrm>
              <a:off x="3049555" y="5230803"/>
              <a:ext cx="23134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push –u origin main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C638CB6-F032-B55B-383C-42F82A1E1037}"/>
                </a:ext>
              </a:extLst>
            </p:cNvPr>
            <p:cNvSpPr/>
            <p:nvPr/>
          </p:nvSpPr>
          <p:spPr>
            <a:xfrm>
              <a:off x="2980796" y="5090149"/>
              <a:ext cx="3181017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FCF533-2FAD-0A80-BC92-2F2B31CB9110}"/>
                </a:ext>
              </a:extLst>
            </p:cNvPr>
            <p:cNvSpPr txBox="1"/>
            <p:nvPr/>
          </p:nvSpPr>
          <p:spPr>
            <a:xfrm>
              <a:off x="3106066" y="4945510"/>
              <a:ext cx="265970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Local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Storage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를 </a:t>
              </a:r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깃허브에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올리기</a:t>
              </a:r>
            </a:p>
          </p:txBody>
        </p:sp>
      </p:grp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2204698-AE97-0FC8-79E4-FD1739F37F5E}"/>
              </a:ext>
            </a:extLst>
          </p:cNvPr>
          <p:cNvCxnSpPr>
            <a:stCxn id="6" idx="1"/>
            <a:endCxn id="14" idx="0"/>
          </p:cNvCxnSpPr>
          <p:nvPr/>
        </p:nvCxnSpPr>
        <p:spPr>
          <a:xfrm rot="10800000" flipV="1">
            <a:off x="1814623" y="1854484"/>
            <a:ext cx="851798" cy="276164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3A265739-FBEF-8DAB-D9E2-D5565AE03F5A}"/>
              </a:ext>
            </a:extLst>
          </p:cNvPr>
          <p:cNvCxnSpPr>
            <a:cxnSpLocks/>
            <a:stCxn id="13" idx="0"/>
            <a:endCxn id="6" idx="3"/>
          </p:cNvCxnSpPr>
          <p:nvPr/>
        </p:nvCxnSpPr>
        <p:spPr>
          <a:xfrm rot="16200000" flipV="1">
            <a:off x="7014066" y="1073937"/>
            <a:ext cx="293329" cy="1854423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래픽 2" descr="별 단색으로 채워진">
            <a:extLst>
              <a:ext uri="{FF2B5EF4-FFF2-40B4-BE49-F238E27FC236}">
                <a16:creationId xmlns:a16="http://schemas.microsoft.com/office/drawing/2014/main" id="{7F455FD5-8230-340B-EF0A-C9B20A00EB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5062" y="4090999"/>
            <a:ext cx="274688" cy="2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9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FEA3-06DA-9959-54B3-C2FE0831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CDE30-845F-F949-72C6-BC7592EE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[3] GitHub</a:t>
            </a:r>
            <a:r>
              <a:rPr lang="ko-KR" altLang="en-US" dirty="0"/>
              <a:t> 연동하기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A6C8E15-C46B-E974-07C3-696EFD3002B5}"/>
              </a:ext>
            </a:extLst>
          </p:cNvPr>
          <p:cNvGrpSpPr/>
          <p:nvPr/>
        </p:nvGrpSpPr>
        <p:grpSpPr>
          <a:xfrm>
            <a:off x="3554936" y="1782053"/>
            <a:ext cx="4100403" cy="2951310"/>
            <a:chOff x="7278931" y="2147813"/>
            <a:chExt cx="4100403" cy="295131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EFFF906-9177-B5A2-D894-FEE84F22128E}"/>
                </a:ext>
              </a:extLst>
            </p:cNvPr>
            <p:cNvGrpSpPr/>
            <p:nvPr/>
          </p:nvGrpSpPr>
          <p:grpSpPr>
            <a:xfrm>
              <a:off x="7278931" y="2147813"/>
              <a:ext cx="4100403" cy="2951310"/>
              <a:chOff x="6013526" y="1388187"/>
              <a:chExt cx="4100403" cy="2951310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AE5A1918-F42E-1A75-CB8D-711C6C28DC6D}"/>
                  </a:ext>
                </a:extLst>
              </p:cNvPr>
              <p:cNvSpPr/>
              <p:nvPr/>
            </p:nvSpPr>
            <p:spPr>
              <a:xfrm>
                <a:off x="6013526" y="1869141"/>
                <a:ext cx="4100403" cy="2470356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24BD1C-3574-63E0-1C52-5DDCA19B4BC3}"/>
                  </a:ext>
                </a:extLst>
              </p:cNvPr>
              <p:cNvSpPr txBox="1"/>
              <p:nvPr/>
            </p:nvSpPr>
            <p:spPr>
              <a:xfrm>
                <a:off x="6398381" y="1388187"/>
                <a:ext cx="848309" cy="41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GitHub</a:t>
                </a:r>
                <a:endPara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pic>
          <p:nvPicPr>
            <p:cNvPr id="29" name="Picture 2" descr="Github 로고 - 무료 소셜 미디어개 아이콘">
              <a:extLst>
                <a:ext uri="{FF2B5EF4-FFF2-40B4-BE49-F238E27FC236}">
                  <a16:creationId xmlns:a16="http://schemas.microsoft.com/office/drawing/2014/main" id="{E8908F05-80FB-4CE1-8B5C-360156BACE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9803" y="2165048"/>
              <a:ext cx="364651" cy="364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8A550BBC-5574-E861-36BB-0751C99E7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844111" y="276561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5255C465-F9C5-38E8-4213-019E206B7DD9}"/>
              </a:ext>
            </a:extLst>
          </p:cNvPr>
          <p:cNvSpPr txBox="1"/>
          <p:nvPr/>
        </p:nvSpPr>
        <p:spPr>
          <a:xfrm>
            <a:off x="421174" y="2142292"/>
            <a:ext cx="26949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add .</a:t>
            </a:r>
          </a:p>
          <a:p>
            <a:pPr algn="l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commit –m “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내 일기장들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”</a:t>
            </a:r>
          </a:p>
          <a:p>
            <a:pPr algn="l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push –u origin main</a:t>
            </a:r>
          </a:p>
          <a:p>
            <a:pPr algn="l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…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C081F4A-30CE-3737-F5F4-2C59242B8CDE}"/>
              </a:ext>
            </a:extLst>
          </p:cNvPr>
          <p:cNvCxnSpPr>
            <a:cxnSpLocks/>
          </p:cNvCxnSpPr>
          <p:nvPr/>
        </p:nvCxnSpPr>
        <p:spPr>
          <a:xfrm>
            <a:off x="2231125" y="3498185"/>
            <a:ext cx="109119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42FFF53-829C-71D1-43FC-EFDE099DACD7}"/>
              </a:ext>
            </a:extLst>
          </p:cNvPr>
          <p:cNvSpPr/>
          <p:nvPr/>
        </p:nvSpPr>
        <p:spPr>
          <a:xfrm>
            <a:off x="3804087" y="2743876"/>
            <a:ext cx="1630968" cy="1560322"/>
          </a:xfrm>
          <a:prstGeom prst="roundRect">
            <a:avLst>
              <a:gd name="adj" fmla="val 3719"/>
            </a:avLst>
          </a:prstGeom>
          <a:noFill/>
          <a:ln w="38100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E4B05E3-5B3D-815D-D390-3BDE96E158A8}"/>
              </a:ext>
            </a:extLst>
          </p:cNvPr>
          <p:cNvGrpSpPr/>
          <p:nvPr/>
        </p:nvGrpSpPr>
        <p:grpSpPr>
          <a:xfrm>
            <a:off x="3893585" y="2834886"/>
            <a:ext cx="1112029" cy="238379"/>
            <a:chOff x="829326" y="1442533"/>
            <a:chExt cx="1837973" cy="393996"/>
          </a:xfrm>
        </p:grpSpPr>
        <p:pic>
          <p:nvPicPr>
            <p:cNvPr id="35" name="그래픽 34" descr="문서 단색으로 채워진">
              <a:extLst>
                <a:ext uri="{FF2B5EF4-FFF2-40B4-BE49-F238E27FC236}">
                  <a16:creationId xmlns:a16="http://schemas.microsoft.com/office/drawing/2014/main" id="{3DD137DC-1184-2254-2FD7-76AE4177B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CBDFE5-197C-9EB0-17D5-C94110B125C6}"/>
                </a:ext>
              </a:extLst>
            </p:cNvPr>
            <p:cNvSpPr txBox="1"/>
            <p:nvPr/>
          </p:nvSpPr>
          <p:spPr>
            <a:xfrm>
              <a:off x="1201618" y="1448769"/>
              <a:ext cx="1465681" cy="38152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오늘의 일기</a:t>
              </a:r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9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88991A8-19CB-A2ED-E9E5-DCA19845E648}"/>
              </a:ext>
            </a:extLst>
          </p:cNvPr>
          <p:cNvGrpSpPr/>
          <p:nvPr/>
        </p:nvGrpSpPr>
        <p:grpSpPr>
          <a:xfrm>
            <a:off x="3912290" y="3109673"/>
            <a:ext cx="1226759" cy="232167"/>
            <a:chOff x="3692365" y="2364736"/>
            <a:chExt cx="2027600" cy="383728"/>
          </a:xfrm>
        </p:grpSpPr>
        <p:pic>
          <p:nvPicPr>
            <p:cNvPr id="40" name="그래픽 39" descr="열린 폴더 윤곽선">
              <a:extLst>
                <a:ext uri="{FF2B5EF4-FFF2-40B4-BE49-F238E27FC236}">
                  <a16:creationId xmlns:a16="http://schemas.microsoft.com/office/drawing/2014/main" id="{8D5ED70A-E69B-4D8D-5F51-647516A1D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5447BC3-A553-E8CD-5699-EC91D57616BC}"/>
                </a:ext>
              </a:extLst>
            </p:cNvPr>
            <p:cNvSpPr txBox="1"/>
            <p:nvPr/>
          </p:nvSpPr>
          <p:spPr>
            <a:xfrm>
              <a:off x="4037029" y="2366943"/>
              <a:ext cx="1682936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</a:t>
              </a:r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6F4A443-77A0-1463-788F-211F99B81BC1}"/>
              </a:ext>
            </a:extLst>
          </p:cNvPr>
          <p:cNvGrpSpPr/>
          <p:nvPr/>
        </p:nvGrpSpPr>
        <p:grpSpPr>
          <a:xfrm>
            <a:off x="3912290" y="3363904"/>
            <a:ext cx="1229964" cy="232167"/>
            <a:chOff x="3692365" y="2364736"/>
            <a:chExt cx="2032897" cy="383728"/>
          </a:xfrm>
        </p:grpSpPr>
        <p:pic>
          <p:nvPicPr>
            <p:cNvPr id="45" name="그래픽 44" descr="열린 폴더 윤곽선">
              <a:extLst>
                <a:ext uri="{FF2B5EF4-FFF2-40B4-BE49-F238E27FC236}">
                  <a16:creationId xmlns:a16="http://schemas.microsoft.com/office/drawing/2014/main" id="{0B4F7C11-8501-C820-FFEC-0A0D60E10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AFFB6B0-2E13-0209-A349-B3425B83857A}"/>
                </a:ext>
              </a:extLst>
            </p:cNvPr>
            <p:cNvSpPr txBox="1"/>
            <p:nvPr/>
          </p:nvSpPr>
          <p:spPr>
            <a:xfrm>
              <a:off x="4037027" y="2366943"/>
              <a:ext cx="1688235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2024</a:t>
              </a:r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706C0E-6776-6897-BBBF-8DC985C09553}"/>
              </a:ext>
            </a:extLst>
          </p:cNvPr>
          <p:cNvGrpSpPr/>
          <p:nvPr/>
        </p:nvGrpSpPr>
        <p:grpSpPr>
          <a:xfrm>
            <a:off x="3912290" y="3619202"/>
            <a:ext cx="564719" cy="232167"/>
            <a:chOff x="3692365" y="2364736"/>
            <a:chExt cx="933374" cy="383728"/>
          </a:xfrm>
        </p:grpSpPr>
        <p:pic>
          <p:nvPicPr>
            <p:cNvPr id="48" name="그래픽 47" descr="열린 폴더 윤곽선">
              <a:extLst>
                <a:ext uri="{FF2B5EF4-FFF2-40B4-BE49-F238E27FC236}">
                  <a16:creationId xmlns:a16="http://schemas.microsoft.com/office/drawing/2014/main" id="{6669DCB1-4EE7-ED3C-C946-DFAAE8C8A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EC23AA-B864-A40C-8DCA-5DF68A1C3F64}"/>
                </a:ext>
              </a:extLst>
            </p:cNvPr>
            <p:cNvSpPr txBox="1"/>
            <p:nvPr/>
          </p:nvSpPr>
          <p:spPr>
            <a:xfrm>
              <a:off x="4037027" y="2366943"/>
              <a:ext cx="588712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.git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2C56337C-B0A7-9C81-8BB4-D452D4E8AAEE}"/>
              </a:ext>
            </a:extLst>
          </p:cNvPr>
          <p:cNvSpPr/>
          <p:nvPr/>
        </p:nvSpPr>
        <p:spPr>
          <a:xfrm rot="3089484" flipH="1">
            <a:off x="5122582" y="2937848"/>
            <a:ext cx="1033577" cy="265485"/>
          </a:xfrm>
          <a:custGeom>
            <a:avLst/>
            <a:gdLst>
              <a:gd name="csX0" fmla="*/ 1490550 w 1708306"/>
              <a:gd name="csY0" fmla="*/ 128959 h 438796"/>
              <a:gd name="csX1" fmla="*/ 1542716 w 1708306"/>
              <a:gd name="csY1" fmla="*/ 253152 h 438796"/>
              <a:gd name="csX2" fmla="*/ 1418524 w 1708306"/>
              <a:gd name="csY2" fmla="*/ 305318 h 438796"/>
              <a:gd name="csX3" fmla="*/ 1366358 w 1708306"/>
              <a:gd name="csY3" fmla="*/ 181125 h 438796"/>
              <a:gd name="csX4" fmla="*/ 1490550 w 1708306"/>
              <a:gd name="csY4" fmla="*/ 128959 h 438796"/>
              <a:gd name="csX5" fmla="*/ 1488908 w 1708306"/>
              <a:gd name="csY5" fmla="*/ 0 h 438796"/>
              <a:gd name="csX6" fmla="*/ 0 w 1708306"/>
              <a:gd name="csY6" fmla="*/ 0 h 438796"/>
              <a:gd name="csX7" fmla="*/ 0 w 1708306"/>
              <a:gd name="csY7" fmla="*/ 438796 h 438796"/>
              <a:gd name="csX8" fmla="*/ 1488909 w 1708306"/>
              <a:gd name="csY8" fmla="*/ 438796 h 438796"/>
              <a:gd name="csX9" fmla="*/ 1708306 w 1708306"/>
              <a:gd name="csY9" fmla="*/ 219398 h 43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8306" h="438796">
                <a:moveTo>
                  <a:pt x="1490550" y="128959"/>
                </a:moveTo>
                <a:cubicBezTo>
                  <a:pt x="1539250" y="148848"/>
                  <a:pt x="1562606" y="204452"/>
                  <a:pt x="1542716" y="253152"/>
                </a:cubicBezTo>
                <a:cubicBezTo>
                  <a:pt x="1522827" y="301852"/>
                  <a:pt x="1467224" y="325207"/>
                  <a:pt x="1418524" y="305318"/>
                </a:cubicBezTo>
                <a:cubicBezTo>
                  <a:pt x="1369824" y="285428"/>
                  <a:pt x="1346468" y="229825"/>
                  <a:pt x="1366358" y="181125"/>
                </a:cubicBezTo>
                <a:cubicBezTo>
                  <a:pt x="1386247" y="132425"/>
                  <a:pt x="1441850" y="109069"/>
                  <a:pt x="1490550" y="128959"/>
                </a:cubicBezTo>
                <a:close/>
                <a:moveTo>
                  <a:pt x="1488908" y="0"/>
                </a:moveTo>
                <a:lnTo>
                  <a:pt x="0" y="0"/>
                </a:lnTo>
                <a:lnTo>
                  <a:pt x="0" y="438796"/>
                </a:lnTo>
                <a:lnTo>
                  <a:pt x="1488909" y="438796"/>
                </a:lnTo>
                <a:lnTo>
                  <a:pt x="1708306" y="219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       내 일기장들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9099E49D-7E77-A64F-1633-928FDA9DDA2B}"/>
              </a:ext>
            </a:extLst>
          </p:cNvPr>
          <p:cNvCxnSpPr>
            <a:cxnSpLocks/>
          </p:cNvCxnSpPr>
          <p:nvPr/>
        </p:nvCxnSpPr>
        <p:spPr>
          <a:xfrm>
            <a:off x="8046037" y="3358303"/>
            <a:ext cx="109119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AD88158-46CD-D26F-62AA-1678F7684A8E}"/>
              </a:ext>
            </a:extLst>
          </p:cNvPr>
          <p:cNvSpPr txBox="1"/>
          <p:nvPr/>
        </p:nvSpPr>
        <p:spPr>
          <a:xfrm>
            <a:off x="7989322" y="1697785"/>
            <a:ext cx="3369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협업자도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PPT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파트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[1]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완료했다고 가정</a:t>
            </a: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A63D750-1648-60B3-433A-98A8A8518BDC}"/>
              </a:ext>
            </a:extLst>
          </p:cNvPr>
          <p:cNvSpPr/>
          <p:nvPr/>
        </p:nvSpPr>
        <p:spPr>
          <a:xfrm>
            <a:off x="844111" y="3851369"/>
            <a:ext cx="1387014" cy="284989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3276560-681F-B4FC-31AD-64305180D24E}"/>
              </a:ext>
            </a:extLst>
          </p:cNvPr>
          <p:cNvGrpSpPr/>
          <p:nvPr/>
        </p:nvGrpSpPr>
        <p:grpSpPr>
          <a:xfrm>
            <a:off x="9279824" y="2765618"/>
            <a:ext cx="1387014" cy="1370740"/>
            <a:chOff x="9050895" y="2765618"/>
            <a:chExt cx="1387014" cy="1370740"/>
          </a:xfrm>
        </p:grpSpPr>
        <p:pic>
          <p:nvPicPr>
            <p:cNvPr id="9" name="Picture 2" descr="프로그래머, 소프트웨어, 개발자 아이콘 벡터 이미지. 스톡 벡터(로열티 프리) 1911036433 | Shutterstock">
              <a:extLst>
                <a:ext uri="{FF2B5EF4-FFF2-40B4-BE49-F238E27FC236}">
                  <a16:creationId xmlns:a16="http://schemas.microsoft.com/office/drawing/2014/main" id="{DD4EECA8-19A9-B5E3-72D4-4C256F0182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76"/>
            <a:stretch>
              <a:fillRect/>
            </a:stretch>
          </p:blipFill>
          <p:spPr bwMode="auto">
            <a:xfrm>
              <a:off x="9050895" y="2765618"/>
              <a:ext cx="1387014" cy="1326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D301C39-A8D8-0D87-962D-F7384AA9060D}"/>
                </a:ext>
              </a:extLst>
            </p:cNvPr>
            <p:cNvSpPr/>
            <p:nvPr/>
          </p:nvSpPr>
          <p:spPr>
            <a:xfrm>
              <a:off x="9050895" y="3851369"/>
              <a:ext cx="1387014" cy="284989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협업자</a:t>
              </a:r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B2779BAC-53F2-FE0D-838A-2BAB33D5B40B}"/>
              </a:ext>
            </a:extLst>
          </p:cNvPr>
          <p:cNvCxnSpPr>
            <a:cxnSpLocks/>
          </p:cNvCxnSpPr>
          <p:nvPr/>
        </p:nvCxnSpPr>
        <p:spPr>
          <a:xfrm flipH="1">
            <a:off x="8046037" y="3596071"/>
            <a:ext cx="109119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48064A5-A4D7-3C37-8237-F5462BE94885}"/>
              </a:ext>
            </a:extLst>
          </p:cNvPr>
          <p:cNvGrpSpPr/>
          <p:nvPr/>
        </p:nvGrpSpPr>
        <p:grpSpPr>
          <a:xfrm>
            <a:off x="7989322" y="2163939"/>
            <a:ext cx="3181017" cy="633221"/>
            <a:chOff x="2980796" y="4945510"/>
            <a:chExt cx="3181017" cy="633221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05C3E4B-9746-9D70-B7A8-C30BA7A42977}"/>
                </a:ext>
              </a:extLst>
            </p:cNvPr>
            <p:cNvSpPr txBox="1"/>
            <p:nvPr/>
          </p:nvSpPr>
          <p:spPr>
            <a:xfrm>
              <a:off x="3049555" y="5230803"/>
              <a:ext cx="26372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clone [Repository</a:t>
              </a:r>
              <a:r>
                <a: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주소</a:t>
              </a: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]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11C5172A-425D-1CC1-BD3D-0CE5745215DB}"/>
                </a:ext>
              </a:extLst>
            </p:cNvPr>
            <p:cNvSpPr/>
            <p:nvPr/>
          </p:nvSpPr>
          <p:spPr>
            <a:xfrm>
              <a:off x="2980796" y="5090149"/>
              <a:ext cx="3181017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2EF227F-1A1E-6851-8EE7-779C5AD64E6E}"/>
                </a:ext>
              </a:extLst>
            </p:cNvPr>
            <p:cNvSpPr txBox="1"/>
            <p:nvPr/>
          </p:nvSpPr>
          <p:spPr>
            <a:xfrm>
              <a:off x="3106066" y="4945510"/>
              <a:ext cx="27590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에 올라온 일기장들 가져오기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2B71D36-B44D-55F9-002A-1DD43DDC2223}"/>
              </a:ext>
            </a:extLst>
          </p:cNvPr>
          <p:cNvGrpSpPr/>
          <p:nvPr/>
        </p:nvGrpSpPr>
        <p:grpSpPr>
          <a:xfrm>
            <a:off x="7989322" y="4333670"/>
            <a:ext cx="3181017" cy="1194073"/>
            <a:chOff x="2980796" y="4945510"/>
            <a:chExt cx="3181017" cy="1194073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77B0612-3D5A-25B2-2320-006289FD186F}"/>
                </a:ext>
              </a:extLst>
            </p:cNvPr>
            <p:cNvSpPr txBox="1"/>
            <p:nvPr/>
          </p:nvSpPr>
          <p:spPr>
            <a:xfrm>
              <a:off x="3049555" y="5230803"/>
              <a:ext cx="261321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add .</a:t>
              </a:r>
            </a:p>
            <a:p>
              <a:pPr algn="l"/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commit –m “</a:t>
              </a:r>
              <a:r>
                <a:rPr lang="ko-KR" altLang="en-US" sz="16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나도 </a:t>
              </a:r>
              <a:r>
                <a:rPr lang="ko-KR" altLang="en-US" sz="16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쓸래</a:t>
              </a:r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“</a:t>
              </a:r>
            </a:p>
            <a:p>
              <a:pPr algn="l"/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push –u origin main</a:t>
              </a:r>
              <a:endParaRPr lang="ko-KR" altLang="en-US" sz="16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34EFC59-5175-6A1E-8DD7-328C3114D31E}"/>
                </a:ext>
              </a:extLst>
            </p:cNvPr>
            <p:cNvSpPr/>
            <p:nvPr/>
          </p:nvSpPr>
          <p:spPr>
            <a:xfrm>
              <a:off x="2980796" y="5090149"/>
              <a:ext cx="3181017" cy="104943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DC5A97C-C9E7-0765-9112-D3051228F606}"/>
                </a:ext>
              </a:extLst>
            </p:cNvPr>
            <p:cNvSpPr txBox="1"/>
            <p:nvPr/>
          </p:nvSpPr>
          <p:spPr>
            <a:xfrm>
              <a:off x="3106066" y="4945510"/>
              <a:ext cx="229261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작성한 일기 </a:t>
              </a: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에 올리기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7640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A2F0-C9E8-5AE3-2BFE-D8F884F1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3D987-0D95-87BA-1DB5-D5072D54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[3] GitHub</a:t>
            </a:r>
            <a:r>
              <a:rPr lang="ko-KR" altLang="en-US" dirty="0"/>
              <a:t> 연동하기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35D2E63-70B3-9435-D2A1-7DD358C1F9EF}"/>
              </a:ext>
            </a:extLst>
          </p:cNvPr>
          <p:cNvGrpSpPr/>
          <p:nvPr/>
        </p:nvGrpSpPr>
        <p:grpSpPr>
          <a:xfrm>
            <a:off x="3554936" y="1782053"/>
            <a:ext cx="4100403" cy="2951310"/>
            <a:chOff x="7278931" y="2147813"/>
            <a:chExt cx="4100403" cy="295131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E5FA50-02ED-ED99-C8D9-AAE35116D9F4}"/>
                </a:ext>
              </a:extLst>
            </p:cNvPr>
            <p:cNvGrpSpPr/>
            <p:nvPr/>
          </p:nvGrpSpPr>
          <p:grpSpPr>
            <a:xfrm>
              <a:off x="7278931" y="2147813"/>
              <a:ext cx="4100403" cy="2951310"/>
              <a:chOff x="6013526" y="1388187"/>
              <a:chExt cx="4100403" cy="2951310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F1255B0E-02E7-9D59-AFB9-8F5DE5DC2D65}"/>
                  </a:ext>
                </a:extLst>
              </p:cNvPr>
              <p:cNvSpPr/>
              <p:nvPr/>
            </p:nvSpPr>
            <p:spPr>
              <a:xfrm>
                <a:off x="6013526" y="1869141"/>
                <a:ext cx="4100403" cy="2470356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0A2959-D8C7-C847-B23A-7031F1A6B8A0}"/>
                  </a:ext>
                </a:extLst>
              </p:cNvPr>
              <p:cNvSpPr txBox="1"/>
              <p:nvPr/>
            </p:nvSpPr>
            <p:spPr>
              <a:xfrm>
                <a:off x="6398381" y="1388187"/>
                <a:ext cx="848309" cy="41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GitHub</a:t>
                </a:r>
                <a:endPara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pic>
          <p:nvPicPr>
            <p:cNvPr id="29" name="Picture 2" descr="Github 로고 - 무료 소셜 미디어개 아이콘">
              <a:extLst>
                <a:ext uri="{FF2B5EF4-FFF2-40B4-BE49-F238E27FC236}">
                  <a16:creationId xmlns:a16="http://schemas.microsoft.com/office/drawing/2014/main" id="{3445B8B3-F08D-DC10-9CBD-A96FF77EC5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9803" y="2165048"/>
              <a:ext cx="364651" cy="364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2" descr="프로그래머, 소프트웨어, 개발자 아이콘 벡터 이미지. 스톡 벡터(로열티 프리) 1911036433 | Shutterstock">
            <a:extLst>
              <a:ext uri="{FF2B5EF4-FFF2-40B4-BE49-F238E27FC236}">
                <a16:creationId xmlns:a16="http://schemas.microsoft.com/office/drawing/2014/main" id="{8373B192-CA95-68C4-5CD1-E8E76ADD6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6"/>
          <a:stretch>
            <a:fillRect/>
          </a:stretch>
        </p:blipFill>
        <p:spPr bwMode="auto">
          <a:xfrm>
            <a:off x="844111" y="2765618"/>
            <a:ext cx="1387014" cy="13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387BD51-3803-C3F3-19AD-1A5BDFD3E5C8}"/>
              </a:ext>
            </a:extLst>
          </p:cNvPr>
          <p:cNvCxnSpPr>
            <a:cxnSpLocks/>
          </p:cNvCxnSpPr>
          <p:nvPr/>
        </p:nvCxnSpPr>
        <p:spPr>
          <a:xfrm>
            <a:off x="2231125" y="3498185"/>
            <a:ext cx="109119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B2E67AAF-CF4D-CAB5-3A48-4FD06829AFBC}"/>
              </a:ext>
            </a:extLst>
          </p:cNvPr>
          <p:cNvSpPr/>
          <p:nvPr/>
        </p:nvSpPr>
        <p:spPr>
          <a:xfrm flipH="1">
            <a:off x="3800488" y="2632875"/>
            <a:ext cx="1033577" cy="265485"/>
          </a:xfrm>
          <a:custGeom>
            <a:avLst/>
            <a:gdLst>
              <a:gd name="csX0" fmla="*/ 1490550 w 1708306"/>
              <a:gd name="csY0" fmla="*/ 128959 h 438796"/>
              <a:gd name="csX1" fmla="*/ 1542716 w 1708306"/>
              <a:gd name="csY1" fmla="*/ 253152 h 438796"/>
              <a:gd name="csX2" fmla="*/ 1418524 w 1708306"/>
              <a:gd name="csY2" fmla="*/ 305318 h 438796"/>
              <a:gd name="csX3" fmla="*/ 1366358 w 1708306"/>
              <a:gd name="csY3" fmla="*/ 181125 h 438796"/>
              <a:gd name="csX4" fmla="*/ 1490550 w 1708306"/>
              <a:gd name="csY4" fmla="*/ 128959 h 438796"/>
              <a:gd name="csX5" fmla="*/ 1488908 w 1708306"/>
              <a:gd name="csY5" fmla="*/ 0 h 438796"/>
              <a:gd name="csX6" fmla="*/ 0 w 1708306"/>
              <a:gd name="csY6" fmla="*/ 0 h 438796"/>
              <a:gd name="csX7" fmla="*/ 0 w 1708306"/>
              <a:gd name="csY7" fmla="*/ 438796 h 438796"/>
              <a:gd name="csX8" fmla="*/ 1488909 w 1708306"/>
              <a:gd name="csY8" fmla="*/ 438796 h 438796"/>
              <a:gd name="csX9" fmla="*/ 1708306 w 1708306"/>
              <a:gd name="csY9" fmla="*/ 219398 h 43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8306" h="438796">
                <a:moveTo>
                  <a:pt x="1490550" y="128959"/>
                </a:moveTo>
                <a:cubicBezTo>
                  <a:pt x="1539250" y="148848"/>
                  <a:pt x="1562606" y="204452"/>
                  <a:pt x="1542716" y="253152"/>
                </a:cubicBezTo>
                <a:cubicBezTo>
                  <a:pt x="1522827" y="301852"/>
                  <a:pt x="1467224" y="325207"/>
                  <a:pt x="1418524" y="305318"/>
                </a:cubicBezTo>
                <a:cubicBezTo>
                  <a:pt x="1369824" y="285428"/>
                  <a:pt x="1346468" y="229825"/>
                  <a:pt x="1366358" y="181125"/>
                </a:cubicBezTo>
                <a:cubicBezTo>
                  <a:pt x="1386247" y="132425"/>
                  <a:pt x="1441850" y="109069"/>
                  <a:pt x="1490550" y="128959"/>
                </a:cubicBezTo>
                <a:close/>
                <a:moveTo>
                  <a:pt x="1488908" y="0"/>
                </a:moveTo>
                <a:lnTo>
                  <a:pt x="0" y="0"/>
                </a:lnTo>
                <a:lnTo>
                  <a:pt x="0" y="438796"/>
                </a:lnTo>
                <a:lnTo>
                  <a:pt x="1488909" y="438796"/>
                </a:lnTo>
                <a:lnTo>
                  <a:pt x="1708306" y="219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       내 일기장들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86E8EA39-43EA-DBD8-EC6D-90D16C444DE1}"/>
              </a:ext>
            </a:extLst>
          </p:cNvPr>
          <p:cNvCxnSpPr>
            <a:cxnSpLocks/>
          </p:cNvCxnSpPr>
          <p:nvPr/>
        </p:nvCxnSpPr>
        <p:spPr>
          <a:xfrm>
            <a:off x="8046037" y="3358303"/>
            <a:ext cx="109119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89CF287-B2F8-F36E-D491-37493D63C8EF}"/>
              </a:ext>
            </a:extLst>
          </p:cNvPr>
          <p:cNvSpPr/>
          <p:nvPr/>
        </p:nvSpPr>
        <p:spPr>
          <a:xfrm>
            <a:off x="844111" y="3851369"/>
            <a:ext cx="1387014" cy="284989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B4871FD-DC1C-EF96-0A46-9D0B831CF662}"/>
              </a:ext>
            </a:extLst>
          </p:cNvPr>
          <p:cNvGrpSpPr/>
          <p:nvPr/>
        </p:nvGrpSpPr>
        <p:grpSpPr>
          <a:xfrm>
            <a:off x="9279824" y="2765618"/>
            <a:ext cx="1387014" cy="1370740"/>
            <a:chOff x="9050895" y="2765618"/>
            <a:chExt cx="1387014" cy="1370740"/>
          </a:xfrm>
        </p:grpSpPr>
        <p:pic>
          <p:nvPicPr>
            <p:cNvPr id="9" name="Picture 2" descr="프로그래머, 소프트웨어, 개발자 아이콘 벡터 이미지. 스톡 벡터(로열티 프리) 1911036433 | Shutterstock">
              <a:extLst>
                <a:ext uri="{FF2B5EF4-FFF2-40B4-BE49-F238E27FC236}">
                  <a16:creationId xmlns:a16="http://schemas.microsoft.com/office/drawing/2014/main" id="{F00633A9-7F62-F945-513F-F9C5E8A982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76"/>
            <a:stretch>
              <a:fillRect/>
            </a:stretch>
          </p:blipFill>
          <p:spPr bwMode="auto">
            <a:xfrm>
              <a:off x="9050895" y="2765618"/>
              <a:ext cx="1387014" cy="1326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63C26AA-35BD-B6C7-696F-4CE1D8376779}"/>
                </a:ext>
              </a:extLst>
            </p:cNvPr>
            <p:cNvSpPr/>
            <p:nvPr/>
          </p:nvSpPr>
          <p:spPr>
            <a:xfrm>
              <a:off x="9050895" y="3851369"/>
              <a:ext cx="1387014" cy="284989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협업자</a:t>
              </a:r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58EBDE6-3D2C-210E-51DA-1D85413D3CDB}"/>
              </a:ext>
            </a:extLst>
          </p:cNvPr>
          <p:cNvCxnSpPr>
            <a:cxnSpLocks/>
          </p:cNvCxnSpPr>
          <p:nvPr/>
        </p:nvCxnSpPr>
        <p:spPr>
          <a:xfrm flipH="1">
            <a:off x="8046037" y="3596071"/>
            <a:ext cx="109119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B1588F6-4552-7F87-C6FA-A920C79AA9D7}"/>
              </a:ext>
            </a:extLst>
          </p:cNvPr>
          <p:cNvSpPr/>
          <p:nvPr/>
        </p:nvSpPr>
        <p:spPr>
          <a:xfrm>
            <a:off x="5190927" y="2743876"/>
            <a:ext cx="1630968" cy="1560322"/>
          </a:xfrm>
          <a:prstGeom prst="roundRect">
            <a:avLst>
              <a:gd name="adj" fmla="val 3719"/>
            </a:avLst>
          </a:prstGeom>
          <a:noFill/>
          <a:ln w="38100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EC6B2D4-746C-B5AA-51F9-E842772A791B}"/>
              </a:ext>
            </a:extLst>
          </p:cNvPr>
          <p:cNvGrpSpPr/>
          <p:nvPr/>
        </p:nvGrpSpPr>
        <p:grpSpPr>
          <a:xfrm>
            <a:off x="5280425" y="2834886"/>
            <a:ext cx="1112029" cy="238379"/>
            <a:chOff x="829326" y="1442533"/>
            <a:chExt cx="1837973" cy="393996"/>
          </a:xfrm>
        </p:grpSpPr>
        <p:pic>
          <p:nvPicPr>
            <p:cNvPr id="23" name="그래픽 22" descr="문서 단색으로 채워진">
              <a:extLst>
                <a:ext uri="{FF2B5EF4-FFF2-40B4-BE49-F238E27FC236}">
                  <a16:creationId xmlns:a16="http://schemas.microsoft.com/office/drawing/2014/main" id="{B50294E7-B452-7843-224C-0B7BC8EBF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9306CF-3AC8-1FC9-7DC1-A89350B71066}"/>
                </a:ext>
              </a:extLst>
            </p:cNvPr>
            <p:cNvSpPr txBox="1"/>
            <p:nvPr/>
          </p:nvSpPr>
          <p:spPr>
            <a:xfrm>
              <a:off x="1201618" y="1448769"/>
              <a:ext cx="1465681" cy="38152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오늘의 일기</a:t>
              </a:r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9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0ECF5B7-29E7-36A1-711E-D46EBF593D51}"/>
              </a:ext>
            </a:extLst>
          </p:cNvPr>
          <p:cNvGrpSpPr/>
          <p:nvPr/>
        </p:nvGrpSpPr>
        <p:grpSpPr>
          <a:xfrm>
            <a:off x="5299130" y="3382101"/>
            <a:ext cx="1226759" cy="232167"/>
            <a:chOff x="3692365" y="2364736"/>
            <a:chExt cx="2027600" cy="383728"/>
          </a:xfrm>
        </p:grpSpPr>
        <p:pic>
          <p:nvPicPr>
            <p:cNvPr id="20" name="그래픽 19" descr="열린 폴더 윤곽선">
              <a:extLst>
                <a:ext uri="{FF2B5EF4-FFF2-40B4-BE49-F238E27FC236}">
                  <a16:creationId xmlns:a16="http://schemas.microsoft.com/office/drawing/2014/main" id="{1653C7BC-0376-0DF8-8B3D-9F9FC9720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727E2A-6577-A1C9-90C5-7D3DC72DE50D}"/>
                </a:ext>
              </a:extLst>
            </p:cNvPr>
            <p:cNvSpPr txBox="1"/>
            <p:nvPr/>
          </p:nvSpPr>
          <p:spPr>
            <a:xfrm>
              <a:off x="4037029" y="2366943"/>
              <a:ext cx="1682936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</a:t>
              </a:r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DC94763-3DA5-4228-6403-1DF575F78AA7}"/>
              </a:ext>
            </a:extLst>
          </p:cNvPr>
          <p:cNvGrpSpPr/>
          <p:nvPr/>
        </p:nvGrpSpPr>
        <p:grpSpPr>
          <a:xfrm>
            <a:off x="5299130" y="3636332"/>
            <a:ext cx="1229964" cy="232167"/>
            <a:chOff x="3692365" y="2364736"/>
            <a:chExt cx="2032897" cy="383728"/>
          </a:xfrm>
        </p:grpSpPr>
        <p:pic>
          <p:nvPicPr>
            <p:cNvPr id="18" name="그래픽 17" descr="열린 폴더 윤곽선">
              <a:extLst>
                <a:ext uri="{FF2B5EF4-FFF2-40B4-BE49-F238E27FC236}">
                  <a16:creationId xmlns:a16="http://schemas.microsoft.com/office/drawing/2014/main" id="{2FC0DF6E-A61C-E5AB-CE9D-8618F904F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F093F9-D1BE-68AC-58CA-8B92AF0CFF05}"/>
                </a:ext>
              </a:extLst>
            </p:cNvPr>
            <p:cNvSpPr txBox="1"/>
            <p:nvPr/>
          </p:nvSpPr>
          <p:spPr>
            <a:xfrm>
              <a:off x="4037027" y="2366943"/>
              <a:ext cx="1688235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2024</a:t>
              </a:r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858AE51-BAF9-331B-3E89-2736A6A33C23}"/>
              </a:ext>
            </a:extLst>
          </p:cNvPr>
          <p:cNvGrpSpPr/>
          <p:nvPr/>
        </p:nvGrpSpPr>
        <p:grpSpPr>
          <a:xfrm>
            <a:off x="5299130" y="3891630"/>
            <a:ext cx="564719" cy="232167"/>
            <a:chOff x="3692365" y="2364736"/>
            <a:chExt cx="933374" cy="383728"/>
          </a:xfrm>
        </p:grpSpPr>
        <p:pic>
          <p:nvPicPr>
            <p:cNvPr id="16" name="그래픽 15" descr="열린 폴더 윤곽선">
              <a:extLst>
                <a:ext uri="{FF2B5EF4-FFF2-40B4-BE49-F238E27FC236}">
                  <a16:creationId xmlns:a16="http://schemas.microsoft.com/office/drawing/2014/main" id="{29559217-76F3-D7AC-621A-66ACD9CC1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0E35FF-A02D-3AD5-079F-25D0ABD619AF}"/>
                </a:ext>
              </a:extLst>
            </p:cNvPr>
            <p:cNvSpPr txBox="1"/>
            <p:nvPr/>
          </p:nvSpPr>
          <p:spPr>
            <a:xfrm>
              <a:off x="4037027" y="2366943"/>
              <a:ext cx="588712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.git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D9816A1-A9F8-D9B4-D58C-B946B2BD9A45}"/>
              </a:ext>
            </a:extLst>
          </p:cNvPr>
          <p:cNvSpPr/>
          <p:nvPr/>
        </p:nvSpPr>
        <p:spPr>
          <a:xfrm rot="3089484" flipH="1">
            <a:off x="6509422" y="2937848"/>
            <a:ext cx="1033577" cy="265485"/>
          </a:xfrm>
          <a:custGeom>
            <a:avLst/>
            <a:gdLst>
              <a:gd name="csX0" fmla="*/ 1490550 w 1708306"/>
              <a:gd name="csY0" fmla="*/ 128959 h 438796"/>
              <a:gd name="csX1" fmla="*/ 1542716 w 1708306"/>
              <a:gd name="csY1" fmla="*/ 253152 h 438796"/>
              <a:gd name="csX2" fmla="*/ 1418524 w 1708306"/>
              <a:gd name="csY2" fmla="*/ 305318 h 438796"/>
              <a:gd name="csX3" fmla="*/ 1366358 w 1708306"/>
              <a:gd name="csY3" fmla="*/ 181125 h 438796"/>
              <a:gd name="csX4" fmla="*/ 1490550 w 1708306"/>
              <a:gd name="csY4" fmla="*/ 128959 h 438796"/>
              <a:gd name="csX5" fmla="*/ 1488908 w 1708306"/>
              <a:gd name="csY5" fmla="*/ 0 h 438796"/>
              <a:gd name="csX6" fmla="*/ 0 w 1708306"/>
              <a:gd name="csY6" fmla="*/ 0 h 438796"/>
              <a:gd name="csX7" fmla="*/ 0 w 1708306"/>
              <a:gd name="csY7" fmla="*/ 438796 h 438796"/>
              <a:gd name="csX8" fmla="*/ 1488909 w 1708306"/>
              <a:gd name="csY8" fmla="*/ 438796 h 438796"/>
              <a:gd name="csX9" fmla="*/ 1708306 w 1708306"/>
              <a:gd name="csY9" fmla="*/ 219398 h 43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8306" h="438796">
                <a:moveTo>
                  <a:pt x="1490550" y="128959"/>
                </a:moveTo>
                <a:cubicBezTo>
                  <a:pt x="1539250" y="148848"/>
                  <a:pt x="1562606" y="204452"/>
                  <a:pt x="1542716" y="253152"/>
                </a:cubicBezTo>
                <a:cubicBezTo>
                  <a:pt x="1522827" y="301852"/>
                  <a:pt x="1467224" y="325207"/>
                  <a:pt x="1418524" y="305318"/>
                </a:cubicBezTo>
                <a:cubicBezTo>
                  <a:pt x="1369824" y="285428"/>
                  <a:pt x="1346468" y="229825"/>
                  <a:pt x="1366358" y="181125"/>
                </a:cubicBezTo>
                <a:cubicBezTo>
                  <a:pt x="1386247" y="132425"/>
                  <a:pt x="1441850" y="109069"/>
                  <a:pt x="1490550" y="128959"/>
                </a:cubicBezTo>
                <a:close/>
                <a:moveTo>
                  <a:pt x="1488908" y="0"/>
                </a:moveTo>
                <a:lnTo>
                  <a:pt x="0" y="0"/>
                </a:lnTo>
                <a:lnTo>
                  <a:pt x="0" y="438796"/>
                </a:lnTo>
                <a:lnTo>
                  <a:pt x="1488909" y="438796"/>
                </a:lnTo>
                <a:lnTo>
                  <a:pt x="1708306" y="219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       나도 </a:t>
            </a:r>
            <a:r>
              <a:rPr lang="ko-KR" altLang="en-US" sz="1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쓸래</a:t>
            </a:r>
            <a:endParaRPr lang="ko-KR" altLang="en-US" sz="1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503B63E-54F6-43B9-BD06-FEB4AB7BCB67}"/>
              </a:ext>
            </a:extLst>
          </p:cNvPr>
          <p:cNvGrpSpPr/>
          <p:nvPr/>
        </p:nvGrpSpPr>
        <p:grpSpPr>
          <a:xfrm>
            <a:off x="5280425" y="3114617"/>
            <a:ext cx="1211415" cy="238379"/>
            <a:chOff x="829326" y="1442533"/>
            <a:chExt cx="2002238" cy="393996"/>
          </a:xfrm>
        </p:grpSpPr>
        <p:pic>
          <p:nvPicPr>
            <p:cNvPr id="27" name="그래픽 26" descr="문서 단색으로 채워진">
              <a:extLst>
                <a:ext uri="{FF2B5EF4-FFF2-40B4-BE49-F238E27FC236}">
                  <a16:creationId xmlns:a16="http://schemas.microsoft.com/office/drawing/2014/main" id="{C4828425-D3C0-475B-535F-12B19E728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386978-2791-805A-9571-13F5A6CA7221}"/>
                </a:ext>
              </a:extLst>
            </p:cNvPr>
            <p:cNvSpPr txBox="1"/>
            <p:nvPr/>
          </p:nvSpPr>
          <p:spPr>
            <a:xfrm>
              <a:off x="1201618" y="1448769"/>
              <a:ext cx="1629946" cy="38152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협업자의 일기</a:t>
              </a:r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9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185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1A0D-1D7A-3078-AD11-60285DE8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605C-72DC-96C8-D602-C2CAE506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[3] GitHub</a:t>
            </a:r>
            <a:r>
              <a:rPr lang="ko-KR" altLang="en-US" dirty="0"/>
              <a:t> 연동하기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5F5087-9921-3F3B-3B51-0866720B1519}"/>
              </a:ext>
            </a:extLst>
          </p:cNvPr>
          <p:cNvGrpSpPr/>
          <p:nvPr/>
        </p:nvGrpSpPr>
        <p:grpSpPr>
          <a:xfrm>
            <a:off x="6394954" y="1782053"/>
            <a:ext cx="4100403" cy="2951310"/>
            <a:chOff x="7278931" y="2147813"/>
            <a:chExt cx="4100403" cy="295131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42CA9BC-1516-8B9C-A022-33858CAE124D}"/>
                </a:ext>
              </a:extLst>
            </p:cNvPr>
            <p:cNvGrpSpPr/>
            <p:nvPr/>
          </p:nvGrpSpPr>
          <p:grpSpPr>
            <a:xfrm>
              <a:off x="7278931" y="2147813"/>
              <a:ext cx="4100403" cy="2951310"/>
              <a:chOff x="6013526" y="1388187"/>
              <a:chExt cx="4100403" cy="2951310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DC21D353-A5CA-08FC-CDE8-962C2E8384EC}"/>
                  </a:ext>
                </a:extLst>
              </p:cNvPr>
              <p:cNvSpPr/>
              <p:nvPr/>
            </p:nvSpPr>
            <p:spPr>
              <a:xfrm>
                <a:off x="6013526" y="1869141"/>
                <a:ext cx="4100403" cy="2470356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59499-35B4-9063-7E28-3ABEAD89E788}"/>
                  </a:ext>
                </a:extLst>
              </p:cNvPr>
              <p:cNvSpPr txBox="1"/>
              <p:nvPr/>
            </p:nvSpPr>
            <p:spPr>
              <a:xfrm>
                <a:off x="6398381" y="1388187"/>
                <a:ext cx="848309" cy="41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rgbClr val="191919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GitHub</a:t>
                </a:r>
                <a:endPara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pic>
          <p:nvPicPr>
            <p:cNvPr id="29" name="Picture 2" descr="Github 로고 - 무료 소셜 미디어개 아이콘">
              <a:extLst>
                <a:ext uri="{FF2B5EF4-FFF2-40B4-BE49-F238E27FC236}">
                  <a16:creationId xmlns:a16="http://schemas.microsoft.com/office/drawing/2014/main" id="{51C5FC52-5F30-0549-CB42-287AEFB13B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9803" y="2165048"/>
              <a:ext cx="364651" cy="364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B6F6D26-4A01-4D15-B22E-4E8E6A78A8FF}"/>
              </a:ext>
            </a:extLst>
          </p:cNvPr>
          <p:cNvCxnSpPr>
            <a:cxnSpLocks/>
          </p:cNvCxnSpPr>
          <p:nvPr/>
        </p:nvCxnSpPr>
        <p:spPr>
          <a:xfrm>
            <a:off x="2231125" y="3191870"/>
            <a:ext cx="386487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29B317E2-23AC-6B8F-39EC-D5A3B5829661}"/>
              </a:ext>
            </a:extLst>
          </p:cNvPr>
          <p:cNvSpPr/>
          <p:nvPr/>
        </p:nvSpPr>
        <p:spPr>
          <a:xfrm flipH="1">
            <a:off x="6640506" y="2632875"/>
            <a:ext cx="1033577" cy="265485"/>
          </a:xfrm>
          <a:custGeom>
            <a:avLst/>
            <a:gdLst>
              <a:gd name="csX0" fmla="*/ 1490550 w 1708306"/>
              <a:gd name="csY0" fmla="*/ 128959 h 438796"/>
              <a:gd name="csX1" fmla="*/ 1542716 w 1708306"/>
              <a:gd name="csY1" fmla="*/ 253152 h 438796"/>
              <a:gd name="csX2" fmla="*/ 1418524 w 1708306"/>
              <a:gd name="csY2" fmla="*/ 305318 h 438796"/>
              <a:gd name="csX3" fmla="*/ 1366358 w 1708306"/>
              <a:gd name="csY3" fmla="*/ 181125 h 438796"/>
              <a:gd name="csX4" fmla="*/ 1490550 w 1708306"/>
              <a:gd name="csY4" fmla="*/ 128959 h 438796"/>
              <a:gd name="csX5" fmla="*/ 1488908 w 1708306"/>
              <a:gd name="csY5" fmla="*/ 0 h 438796"/>
              <a:gd name="csX6" fmla="*/ 0 w 1708306"/>
              <a:gd name="csY6" fmla="*/ 0 h 438796"/>
              <a:gd name="csX7" fmla="*/ 0 w 1708306"/>
              <a:gd name="csY7" fmla="*/ 438796 h 438796"/>
              <a:gd name="csX8" fmla="*/ 1488909 w 1708306"/>
              <a:gd name="csY8" fmla="*/ 438796 h 438796"/>
              <a:gd name="csX9" fmla="*/ 1708306 w 1708306"/>
              <a:gd name="csY9" fmla="*/ 219398 h 43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8306" h="438796">
                <a:moveTo>
                  <a:pt x="1490550" y="128959"/>
                </a:moveTo>
                <a:cubicBezTo>
                  <a:pt x="1539250" y="148848"/>
                  <a:pt x="1562606" y="204452"/>
                  <a:pt x="1542716" y="253152"/>
                </a:cubicBezTo>
                <a:cubicBezTo>
                  <a:pt x="1522827" y="301852"/>
                  <a:pt x="1467224" y="325207"/>
                  <a:pt x="1418524" y="305318"/>
                </a:cubicBezTo>
                <a:cubicBezTo>
                  <a:pt x="1369824" y="285428"/>
                  <a:pt x="1346468" y="229825"/>
                  <a:pt x="1366358" y="181125"/>
                </a:cubicBezTo>
                <a:cubicBezTo>
                  <a:pt x="1386247" y="132425"/>
                  <a:pt x="1441850" y="109069"/>
                  <a:pt x="1490550" y="128959"/>
                </a:cubicBezTo>
                <a:close/>
                <a:moveTo>
                  <a:pt x="1488908" y="0"/>
                </a:moveTo>
                <a:lnTo>
                  <a:pt x="0" y="0"/>
                </a:lnTo>
                <a:lnTo>
                  <a:pt x="0" y="438796"/>
                </a:lnTo>
                <a:lnTo>
                  <a:pt x="1488909" y="438796"/>
                </a:lnTo>
                <a:lnTo>
                  <a:pt x="1708306" y="219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       내 일기장들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46C3A9A-4E1C-AA27-1103-429F770C9AE6}"/>
              </a:ext>
            </a:extLst>
          </p:cNvPr>
          <p:cNvGrpSpPr/>
          <p:nvPr/>
        </p:nvGrpSpPr>
        <p:grpSpPr>
          <a:xfrm>
            <a:off x="844111" y="2765618"/>
            <a:ext cx="1387014" cy="1370740"/>
            <a:chOff x="844111" y="2765618"/>
            <a:chExt cx="1387014" cy="1370740"/>
          </a:xfrm>
        </p:grpSpPr>
        <p:pic>
          <p:nvPicPr>
            <p:cNvPr id="8" name="Picture 2" descr="프로그래머, 소프트웨어, 개발자 아이콘 벡터 이미지. 스톡 벡터(로열티 프리) 1911036433 | Shutterstock">
              <a:extLst>
                <a:ext uri="{FF2B5EF4-FFF2-40B4-BE49-F238E27FC236}">
                  <a16:creationId xmlns:a16="http://schemas.microsoft.com/office/drawing/2014/main" id="{CDB97BB0-4C55-F16B-8F18-9BF509FE2B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76"/>
            <a:stretch>
              <a:fillRect/>
            </a:stretch>
          </p:blipFill>
          <p:spPr bwMode="auto">
            <a:xfrm>
              <a:off x="844111" y="2765618"/>
              <a:ext cx="1387014" cy="1326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60D0608B-1CA8-31AB-5309-8E8D6A7F28AC}"/>
                </a:ext>
              </a:extLst>
            </p:cNvPr>
            <p:cNvSpPr/>
            <p:nvPr/>
          </p:nvSpPr>
          <p:spPr>
            <a:xfrm>
              <a:off x="844111" y="3851369"/>
              <a:ext cx="1387014" cy="284989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본인</a:t>
              </a: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6C24072-A4BF-3C26-3C32-EAF419224485}"/>
              </a:ext>
            </a:extLst>
          </p:cNvPr>
          <p:cNvSpPr/>
          <p:nvPr/>
        </p:nvSpPr>
        <p:spPr>
          <a:xfrm>
            <a:off x="8030945" y="2743876"/>
            <a:ext cx="1630968" cy="1560322"/>
          </a:xfrm>
          <a:prstGeom prst="roundRect">
            <a:avLst>
              <a:gd name="adj" fmla="val 3719"/>
            </a:avLst>
          </a:prstGeom>
          <a:noFill/>
          <a:ln w="38100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BC4A7B7-76F2-639F-94F4-1DBF1BAB2406}"/>
              </a:ext>
            </a:extLst>
          </p:cNvPr>
          <p:cNvGrpSpPr/>
          <p:nvPr/>
        </p:nvGrpSpPr>
        <p:grpSpPr>
          <a:xfrm>
            <a:off x="8120443" y="2834886"/>
            <a:ext cx="1112029" cy="238379"/>
            <a:chOff x="829326" y="1442533"/>
            <a:chExt cx="1837973" cy="393996"/>
          </a:xfrm>
        </p:grpSpPr>
        <p:pic>
          <p:nvPicPr>
            <p:cNvPr id="23" name="그래픽 22" descr="문서 단색으로 채워진">
              <a:extLst>
                <a:ext uri="{FF2B5EF4-FFF2-40B4-BE49-F238E27FC236}">
                  <a16:creationId xmlns:a16="http://schemas.microsoft.com/office/drawing/2014/main" id="{9289FBC7-AF18-542E-C2A4-EE05626A9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2DF1A5-3CDF-5771-BC3B-586AB5CFD454}"/>
                </a:ext>
              </a:extLst>
            </p:cNvPr>
            <p:cNvSpPr txBox="1"/>
            <p:nvPr/>
          </p:nvSpPr>
          <p:spPr>
            <a:xfrm>
              <a:off x="1201618" y="1448769"/>
              <a:ext cx="1465681" cy="38152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오늘의 일기</a:t>
              </a:r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9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33D874-6E2B-698D-852A-4DD4807DDECC}"/>
              </a:ext>
            </a:extLst>
          </p:cNvPr>
          <p:cNvGrpSpPr/>
          <p:nvPr/>
        </p:nvGrpSpPr>
        <p:grpSpPr>
          <a:xfrm>
            <a:off x="8139148" y="3382101"/>
            <a:ext cx="1226759" cy="232167"/>
            <a:chOff x="3692365" y="2364736"/>
            <a:chExt cx="2027600" cy="383728"/>
          </a:xfrm>
        </p:grpSpPr>
        <p:pic>
          <p:nvPicPr>
            <p:cNvPr id="20" name="그래픽 19" descr="열린 폴더 윤곽선">
              <a:extLst>
                <a:ext uri="{FF2B5EF4-FFF2-40B4-BE49-F238E27FC236}">
                  <a16:creationId xmlns:a16="http://schemas.microsoft.com/office/drawing/2014/main" id="{620AFC4C-4CE9-B360-7BAF-B7FC97D07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06063A-9F7A-C843-D1EE-BCF6CF8E7C13}"/>
                </a:ext>
              </a:extLst>
            </p:cNvPr>
            <p:cNvSpPr txBox="1"/>
            <p:nvPr/>
          </p:nvSpPr>
          <p:spPr>
            <a:xfrm>
              <a:off x="4037029" y="2366943"/>
              <a:ext cx="1682936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</a:t>
              </a:r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DEA22E5-ED09-E8E2-2A4B-5CF312DB03D0}"/>
              </a:ext>
            </a:extLst>
          </p:cNvPr>
          <p:cNvGrpSpPr/>
          <p:nvPr/>
        </p:nvGrpSpPr>
        <p:grpSpPr>
          <a:xfrm>
            <a:off x="8139148" y="3636332"/>
            <a:ext cx="1229964" cy="232167"/>
            <a:chOff x="3692365" y="2364736"/>
            <a:chExt cx="2032897" cy="383728"/>
          </a:xfrm>
        </p:grpSpPr>
        <p:pic>
          <p:nvPicPr>
            <p:cNvPr id="18" name="그래픽 17" descr="열린 폴더 윤곽선">
              <a:extLst>
                <a:ext uri="{FF2B5EF4-FFF2-40B4-BE49-F238E27FC236}">
                  <a16:creationId xmlns:a16="http://schemas.microsoft.com/office/drawing/2014/main" id="{2F8FD363-F121-9BED-56B9-038ABB029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44BC4B-6755-3E4E-DCDD-23898CC91BEA}"/>
                </a:ext>
              </a:extLst>
            </p:cNvPr>
            <p:cNvSpPr txBox="1"/>
            <p:nvPr/>
          </p:nvSpPr>
          <p:spPr>
            <a:xfrm>
              <a:off x="4037027" y="2366943"/>
              <a:ext cx="1688235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2024</a:t>
              </a:r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년 일기 모음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7ECD239-2635-D592-93B4-5BB7762B4F11}"/>
              </a:ext>
            </a:extLst>
          </p:cNvPr>
          <p:cNvGrpSpPr/>
          <p:nvPr/>
        </p:nvGrpSpPr>
        <p:grpSpPr>
          <a:xfrm>
            <a:off x="8139148" y="3891630"/>
            <a:ext cx="564719" cy="232167"/>
            <a:chOff x="3692365" y="2364736"/>
            <a:chExt cx="933374" cy="383728"/>
          </a:xfrm>
        </p:grpSpPr>
        <p:pic>
          <p:nvPicPr>
            <p:cNvPr id="16" name="그래픽 15" descr="열린 폴더 윤곽선">
              <a:extLst>
                <a:ext uri="{FF2B5EF4-FFF2-40B4-BE49-F238E27FC236}">
                  <a16:creationId xmlns:a16="http://schemas.microsoft.com/office/drawing/2014/main" id="{AE8E148A-C299-EE38-0A32-54A5323EC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2365" y="2364736"/>
              <a:ext cx="363081" cy="36308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E5DA6F-30F4-D0AB-5EC8-7F9CAFAFF726}"/>
                </a:ext>
              </a:extLst>
            </p:cNvPr>
            <p:cNvSpPr txBox="1"/>
            <p:nvPr/>
          </p:nvSpPr>
          <p:spPr>
            <a:xfrm>
              <a:off x="4037027" y="2366943"/>
              <a:ext cx="588712" cy="3815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.git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8CA417E4-1DB7-F62C-0EE5-A8560101F784}"/>
              </a:ext>
            </a:extLst>
          </p:cNvPr>
          <p:cNvSpPr/>
          <p:nvPr/>
        </p:nvSpPr>
        <p:spPr>
          <a:xfrm rot="3089484" flipH="1">
            <a:off x="9349440" y="2937848"/>
            <a:ext cx="1033577" cy="265485"/>
          </a:xfrm>
          <a:custGeom>
            <a:avLst/>
            <a:gdLst>
              <a:gd name="csX0" fmla="*/ 1490550 w 1708306"/>
              <a:gd name="csY0" fmla="*/ 128959 h 438796"/>
              <a:gd name="csX1" fmla="*/ 1542716 w 1708306"/>
              <a:gd name="csY1" fmla="*/ 253152 h 438796"/>
              <a:gd name="csX2" fmla="*/ 1418524 w 1708306"/>
              <a:gd name="csY2" fmla="*/ 305318 h 438796"/>
              <a:gd name="csX3" fmla="*/ 1366358 w 1708306"/>
              <a:gd name="csY3" fmla="*/ 181125 h 438796"/>
              <a:gd name="csX4" fmla="*/ 1490550 w 1708306"/>
              <a:gd name="csY4" fmla="*/ 128959 h 438796"/>
              <a:gd name="csX5" fmla="*/ 1488908 w 1708306"/>
              <a:gd name="csY5" fmla="*/ 0 h 438796"/>
              <a:gd name="csX6" fmla="*/ 0 w 1708306"/>
              <a:gd name="csY6" fmla="*/ 0 h 438796"/>
              <a:gd name="csX7" fmla="*/ 0 w 1708306"/>
              <a:gd name="csY7" fmla="*/ 438796 h 438796"/>
              <a:gd name="csX8" fmla="*/ 1488909 w 1708306"/>
              <a:gd name="csY8" fmla="*/ 438796 h 438796"/>
              <a:gd name="csX9" fmla="*/ 1708306 w 1708306"/>
              <a:gd name="csY9" fmla="*/ 219398 h 43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8306" h="438796">
                <a:moveTo>
                  <a:pt x="1490550" y="128959"/>
                </a:moveTo>
                <a:cubicBezTo>
                  <a:pt x="1539250" y="148848"/>
                  <a:pt x="1562606" y="204452"/>
                  <a:pt x="1542716" y="253152"/>
                </a:cubicBezTo>
                <a:cubicBezTo>
                  <a:pt x="1522827" y="301852"/>
                  <a:pt x="1467224" y="325207"/>
                  <a:pt x="1418524" y="305318"/>
                </a:cubicBezTo>
                <a:cubicBezTo>
                  <a:pt x="1369824" y="285428"/>
                  <a:pt x="1346468" y="229825"/>
                  <a:pt x="1366358" y="181125"/>
                </a:cubicBezTo>
                <a:cubicBezTo>
                  <a:pt x="1386247" y="132425"/>
                  <a:pt x="1441850" y="109069"/>
                  <a:pt x="1490550" y="128959"/>
                </a:cubicBezTo>
                <a:close/>
                <a:moveTo>
                  <a:pt x="1488908" y="0"/>
                </a:moveTo>
                <a:lnTo>
                  <a:pt x="0" y="0"/>
                </a:lnTo>
                <a:lnTo>
                  <a:pt x="0" y="438796"/>
                </a:lnTo>
                <a:lnTo>
                  <a:pt x="1488909" y="438796"/>
                </a:lnTo>
                <a:lnTo>
                  <a:pt x="1708306" y="219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       나도 </a:t>
            </a:r>
            <a:r>
              <a:rPr lang="ko-KR" altLang="en-US" sz="1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쓸래</a:t>
            </a:r>
            <a:endParaRPr lang="ko-KR" altLang="en-US" sz="1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807F67A-7886-0E81-81A4-E1FBED0E5385}"/>
              </a:ext>
            </a:extLst>
          </p:cNvPr>
          <p:cNvGrpSpPr/>
          <p:nvPr/>
        </p:nvGrpSpPr>
        <p:grpSpPr>
          <a:xfrm>
            <a:off x="8120443" y="3114617"/>
            <a:ext cx="1211415" cy="238379"/>
            <a:chOff x="829326" y="1442533"/>
            <a:chExt cx="2002238" cy="393996"/>
          </a:xfrm>
        </p:grpSpPr>
        <p:pic>
          <p:nvPicPr>
            <p:cNvPr id="27" name="그래픽 26" descr="문서 단색으로 채워진">
              <a:extLst>
                <a:ext uri="{FF2B5EF4-FFF2-40B4-BE49-F238E27FC236}">
                  <a16:creationId xmlns:a16="http://schemas.microsoft.com/office/drawing/2014/main" id="{236A9C18-DC31-31C6-0F04-6EB8E65F6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9326" y="1442533"/>
              <a:ext cx="393996" cy="393996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227FB6E-870F-D644-92E1-C7E013D118F5}"/>
                </a:ext>
              </a:extLst>
            </p:cNvPr>
            <p:cNvSpPr txBox="1"/>
            <p:nvPr/>
          </p:nvSpPr>
          <p:spPr>
            <a:xfrm>
              <a:off x="1201618" y="1448769"/>
              <a:ext cx="1629946" cy="38152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협업자의 일기</a:t>
              </a:r>
              <a:r>
                <a:rPr lang="en-US" altLang="ko-KR" sz="9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.txt</a:t>
              </a:r>
              <a:endParaRPr lang="ko-KR" altLang="en-US" sz="9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396A221-8B9A-813C-4A83-A5CF3C0BA69B}"/>
              </a:ext>
            </a:extLst>
          </p:cNvPr>
          <p:cNvGrpSpPr/>
          <p:nvPr/>
        </p:nvGrpSpPr>
        <p:grpSpPr>
          <a:xfrm>
            <a:off x="2654556" y="3636332"/>
            <a:ext cx="3316966" cy="633221"/>
            <a:chOff x="2980796" y="4945510"/>
            <a:chExt cx="3316966" cy="63322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657306-42B6-EEE1-A03B-879A9CB9AF92}"/>
                </a:ext>
              </a:extLst>
            </p:cNvPr>
            <p:cNvSpPr txBox="1"/>
            <p:nvPr/>
          </p:nvSpPr>
          <p:spPr>
            <a:xfrm>
              <a:off x="3049555" y="5230803"/>
              <a:ext cx="19191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pull origin main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67F8B71-E16C-E205-3167-0BC4EDF0C89C}"/>
                </a:ext>
              </a:extLst>
            </p:cNvPr>
            <p:cNvSpPr/>
            <p:nvPr/>
          </p:nvSpPr>
          <p:spPr>
            <a:xfrm>
              <a:off x="2980796" y="5090149"/>
              <a:ext cx="3316966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3F327DA-341A-2389-1643-EDAFEAC33F88}"/>
                </a:ext>
              </a:extLst>
            </p:cNvPr>
            <p:cNvSpPr txBox="1"/>
            <p:nvPr/>
          </p:nvSpPr>
          <p:spPr>
            <a:xfrm>
              <a:off x="3106066" y="4945510"/>
              <a:ext cx="295786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에 업데이트된 최신 내용 동기화</a:t>
              </a: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CDB263A-9F54-4CF4-F43C-153B6FCE605D}"/>
              </a:ext>
            </a:extLst>
          </p:cNvPr>
          <p:cNvCxnSpPr>
            <a:cxnSpLocks/>
          </p:cNvCxnSpPr>
          <p:nvPr/>
        </p:nvCxnSpPr>
        <p:spPr>
          <a:xfrm flipH="1">
            <a:off x="2231125" y="3429000"/>
            <a:ext cx="3864875" cy="0"/>
          </a:xfrm>
          <a:prstGeom prst="straightConnector1">
            <a:avLst/>
          </a:prstGeom>
          <a:ln w="38100">
            <a:solidFill>
              <a:srgbClr val="1919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416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62EAE-7545-FB8F-2C76-C455716E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8868-3CA2-3832-81CF-76C09AB2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[3] GitHub</a:t>
            </a:r>
            <a:r>
              <a:rPr lang="ko-KR" altLang="en-US" dirty="0"/>
              <a:t> 연동하기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C7F6754-D3E0-0E43-B859-749E8BF0EAF3}"/>
              </a:ext>
            </a:extLst>
          </p:cNvPr>
          <p:cNvGrpSpPr/>
          <p:nvPr/>
        </p:nvGrpSpPr>
        <p:grpSpPr>
          <a:xfrm>
            <a:off x="969484" y="2765618"/>
            <a:ext cx="1387014" cy="1370740"/>
            <a:chOff x="844111" y="2765618"/>
            <a:chExt cx="1387014" cy="1370740"/>
          </a:xfrm>
        </p:grpSpPr>
        <p:pic>
          <p:nvPicPr>
            <p:cNvPr id="8" name="Picture 2" descr="프로그래머, 소프트웨어, 개발자 아이콘 벡터 이미지. 스톡 벡터(로열티 프리) 1911036433 | Shutterstock">
              <a:extLst>
                <a:ext uri="{FF2B5EF4-FFF2-40B4-BE49-F238E27FC236}">
                  <a16:creationId xmlns:a16="http://schemas.microsoft.com/office/drawing/2014/main" id="{43929B9D-A905-9A02-B05A-A5CBEBA98B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76"/>
            <a:stretch>
              <a:fillRect/>
            </a:stretch>
          </p:blipFill>
          <p:spPr bwMode="auto">
            <a:xfrm>
              <a:off x="844111" y="2765618"/>
              <a:ext cx="1387014" cy="1326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91BEB05-2D8B-4333-CEAC-2B8A825D438B}"/>
                </a:ext>
              </a:extLst>
            </p:cNvPr>
            <p:cNvSpPr/>
            <p:nvPr/>
          </p:nvSpPr>
          <p:spPr>
            <a:xfrm>
              <a:off x="844111" y="3851369"/>
              <a:ext cx="1387014" cy="284989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본인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6C451D7-581A-EFB8-51D7-E1A3A8F0E2DB}"/>
              </a:ext>
            </a:extLst>
          </p:cNvPr>
          <p:cNvGrpSpPr/>
          <p:nvPr/>
        </p:nvGrpSpPr>
        <p:grpSpPr>
          <a:xfrm>
            <a:off x="9835502" y="2765618"/>
            <a:ext cx="1387014" cy="1370740"/>
            <a:chOff x="9050895" y="2765618"/>
            <a:chExt cx="1387014" cy="1370740"/>
          </a:xfrm>
        </p:grpSpPr>
        <p:pic>
          <p:nvPicPr>
            <p:cNvPr id="9" name="Picture 2" descr="프로그래머, 소프트웨어, 개발자 아이콘 벡터 이미지. 스톡 벡터(로열티 프리) 1911036433 | Shutterstock">
              <a:extLst>
                <a:ext uri="{FF2B5EF4-FFF2-40B4-BE49-F238E27FC236}">
                  <a16:creationId xmlns:a16="http://schemas.microsoft.com/office/drawing/2014/main" id="{1C4287C0-C3D2-2429-4581-569142E7C5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76"/>
            <a:stretch>
              <a:fillRect/>
            </a:stretch>
          </p:blipFill>
          <p:spPr bwMode="auto">
            <a:xfrm>
              <a:off x="9050895" y="2765618"/>
              <a:ext cx="1387014" cy="1326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65D8178-15A6-B955-4E9B-85F01BA327BE}"/>
                </a:ext>
              </a:extLst>
            </p:cNvPr>
            <p:cNvSpPr/>
            <p:nvPr/>
          </p:nvSpPr>
          <p:spPr>
            <a:xfrm>
              <a:off x="9050895" y="3851369"/>
              <a:ext cx="1387014" cy="284989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협업자</a:t>
              </a:r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DEBA970-4212-C7CC-8FF5-DDB3F8ED8BBD}"/>
              </a:ext>
            </a:extLst>
          </p:cNvPr>
          <p:cNvSpPr/>
          <p:nvPr/>
        </p:nvSpPr>
        <p:spPr>
          <a:xfrm>
            <a:off x="2786802" y="1660996"/>
            <a:ext cx="4378363" cy="1104622"/>
          </a:xfrm>
          <a:prstGeom prst="roundRect">
            <a:avLst>
              <a:gd name="adj" fmla="val 612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994BE-B5A4-AE92-ED10-DEF91AA54228}"/>
              </a:ext>
            </a:extLst>
          </p:cNvPr>
          <p:cNvSpPr txBox="1"/>
          <p:nvPr/>
        </p:nvSpPr>
        <p:spPr>
          <a:xfrm>
            <a:off x="2928278" y="1785769"/>
            <a:ext cx="3441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ysClr val="windowText" lastClr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add .</a:t>
            </a:r>
          </a:p>
          <a:p>
            <a:pPr algn="l"/>
            <a:r>
              <a:rPr lang="en-US" altLang="ko-KR" sz="1600" dirty="0">
                <a:solidFill>
                  <a:sysClr val="windowText" lastClr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commit –m “feat: 12</a:t>
            </a:r>
            <a:r>
              <a:rPr lang="ko-KR" altLang="en-US" sz="1600" dirty="0">
                <a:solidFill>
                  <a:sysClr val="windowText" lastClr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 일기 작성</a:t>
            </a:r>
            <a:r>
              <a:rPr lang="en-US" altLang="ko-KR" sz="1600" dirty="0">
                <a:solidFill>
                  <a:sysClr val="windowText" lastClr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”</a:t>
            </a:r>
          </a:p>
          <a:p>
            <a:pPr algn="l"/>
            <a:r>
              <a:rPr lang="en-US" altLang="ko-KR" sz="1600" dirty="0">
                <a:solidFill>
                  <a:sysClr val="windowText" lastClr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push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81A48E2-6671-09CD-94D0-87475C059F9F}"/>
              </a:ext>
            </a:extLst>
          </p:cNvPr>
          <p:cNvSpPr/>
          <p:nvPr/>
        </p:nvSpPr>
        <p:spPr>
          <a:xfrm>
            <a:off x="4681236" y="2890390"/>
            <a:ext cx="4723961" cy="1326763"/>
          </a:xfrm>
          <a:prstGeom prst="roundRect">
            <a:avLst>
              <a:gd name="adj" fmla="val 612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0BDCE7-74C4-E5E7-CC9F-0FD6076EDDA1}"/>
              </a:ext>
            </a:extLst>
          </p:cNvPr>
          <p:cNvSpPr txBox="1"/>
          <p:nvPr/>
        </p:nvSpPr>
        <p:spPr>
          <a:xfrm>
            <a:off x="4822712" y="3015164"/>
            <a:ext cx="43364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pull</a:t>
            </a:r>
            <a:r>
              <a:rPr lang="ko-KR" altLang="en-US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origin</a:t>
            </a:r>
            <a:r>
              <a:rPr lang="ko-KR" altLang="en-US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main</a:t>
            </a:r>
          </a:p>
          <a:p>
            <a:pPr algn="l"/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add .</a:t>
            </a:r>
          </a:p>
          <a:p>
            <a:pPr algn="l"/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commit –m “design: 12</a:t>
            </a:r>
            <a:r>
              <a:rPr lang="ko-KR" altLang="en-US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 일기  디자인 변경</a:t>
            </a:r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”</a:t>
            </a:r>
          </a:p>
          <a:p>
            <a:pPr algn="l"/>
            <a:r>
              <a:rPr lang="en-US" altLang="ko-KR" sz="1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push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2348FF5-557E-A62B-4EB3-9C64E714F50F}"/>
              </a:ext>
            </a:extLst>
          </p:cNvPr>
          <p:cNvSpPr/>
          <p:nvPr/>
        </p:nvSpPr>
        <p:spPr>
          <a:xfrm>
            <a:off x="2786802" y="4341926"/>
            <a:ext cx="4378363" cy="1104622"/>
          </a:xfrm>
          <a:prstGeom prst="roundRect">
            <a:avLst>
              <a:gd name="adj" fmla="val 612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F82592-1228-B07C-C27F-5E285B5D9D22}"/>
              </a:ext>
            </a:extLst>
          </p:cNvPr>
          <p:cNvSpPr txBox="1"/>
          <p:nvPr/>
        </p:nvSpPr>
        <p:spPr>
          <a:xfrm>
            <a:off x="2928278" y="4466699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pull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origin</a:t>
            </a:r>
            <a:r>
              <a: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main</a:t>
            </a:r>
          </a:p>
          <a:p>
            <a:pPr algn="l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add .</a:t>
            </a:r>
          </a:p>
          <a:p>
            <a:pPr algn="l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…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661BD91-B9AC-299E-B41D-F7B902FF2B45}"/>
              </a:ext>
            </a:extLst>
          </p:cNvPr>
          <p:cNvCxnSpPr>
            <a:stCxn id="34" idx="1"/>
          </p:cNvCxnSpPr>
          <p:nvPr/>
        </p:nvCxnSpPr>
        <p:spPr>
          <a:xfrm flipH="1">
            <a:off x="2194560" y="2213307"/>
            <a:ext cx="592242" cy="55231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969FD25-0585-68A1-5D80-EDF8DE308165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2194560" y="4341926"/>
            <a:ext cx="592242" cy="55231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77FEAF6-96AE-CDA7-8D4D-9395E683B251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9405197" y="3553771"/>
            <a:ext cx="246041" cy="1"/>
          </a:xfrm>
          <a:prstGeom prst="line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807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ADC3-4E56-CF84-5CC8-9593C262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5ADF6-263E-1629-80F0-352286ED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[4] </a:t>
            </a:r>
            <a:r>
              <a:rPr lang="ko-KR" altLang="en-US" dirty="0"/>
              <a:t>평행 우주 </a:t>
            </a:r>
            <a:r>
              <a:rPr lang="en-US" altLang="ko-KR" dirty="0"/>
              <a:t>(</a:t>
            </a:r>
            <a:r>
              <a:rPr lang="ko-KR" altLang="en-US" dirty="0" err="1"/>
              <a:t>브랜치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9020738-CF68-CE33-5EE9-AD2F892604C1}"/>
              </a:ext>
            </a:extLst>
          </p:cNvPr>
          <p:cNvGrpSpPr/>
          <p:nvPr/>
        </p:nvGrpSpPr>
        <p:grpSpPr>
          <a:xfrm>
            <a:off x="4045798" y="766507"/>
            <a:ext cx="4100403" cy="2522145"/>
            <a:chOff x="4045798" y="1287201"/>
            <a:chExt cx="4100403" cy="252214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8868A0-F4FB-E2DB-55CC-AACCB8E115E0}"/>
                </a:ext>
              </a:extLst>
            </p:cNvPr>
            <p:cNvSpPr txBox="1"/>
            <p:nvPr/>
          </p:nvSpPr>
          <p:spPr>
            <a:xfrm>
              <a:off x="5771287" y="1287201"/>
              <a:ext cx="644728" cy="419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main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4C72C72-19CC-B0B9-38AA-565ED357F0CA}"/>
                </a:ext>
              </a:extLst>
            </p:cNvPr>
            <p:cNvGrpSpPr/>
            <p:nvPr/>
          </p:nvGrpSpPr>
          <p:grpSpPr>
            <a:xfrm>
              <a:off x="4045798" y="1768155"/>
              <a:ext cx="4100403" cy="2041191"/>
              <a:chOff x="4045798" y="1768155"/>
              <a:chExt cx="4100403" cy="2041191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D702CE2E-EC28-8070-E471-902268415E88}"/>
                  </a:ext>
                </a:extLst>
              </p:cNvPr>
              <p:cNvSpPr/>
              <p:nvPr/>
            </p:nvSpPr>
            <p:spPr>
              <a:xfrm>
                <a:off x="4045798" y="1768155"/>
                <a:ext cx="4100403" cy="2041191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FD6AA7D-D37D-5FBF-0A57-66319B30554A}"/>
                  </a:ext>
                </a:extLst>
              </p:cNvPr>
              <p:cNvSpPr/>
              <p:nvPr/>
            </p:nvSpPr>
            <p:spPr>
              <a:xfrm flipH="1">
                <a:off x="4291350" y="1994710"/>
                <a:ext cx="1033577" cy="265485"/>
              </a:xfrm>
              <a:custGeom>
                <a:avLst/>
                <a:gdLst>
                  <a:gd name="csX0" fmla="*/ 1490550 w 1708306"/>
                  <a:gd name="csY0" fmla="*/ 128959 h 438796"/>
                  <a:gd name="csX1" fmla="*/ 1542716 w 1708306"/>
                  <a:gd name="csY1" fmla="*/ 253152 h 438796"/>
                  <a:gd name="csX2" fmla="*/ 1418524 w 1708306"/>
                  <a:gd name="csY2" fmla="*/ 305318 h 438796"/>
                  <a:gd name="csX3" fmla="*/ 1366358 w 1708306"/>
                  <a:gd name="csY3" fmla="*/ 181125 h 438796"/>
                  <a:gd name="csX4" fmla="*/ 1490550 w 1708306"/>
                  <a:gd name="csY4" fmla="*/ 128959 h 438796"/>
                  <a:gd name="csX5" fmla="*/ 1488908 w 1708306"/>
                  <a:gd name="csY5" fmla="*/ 0 h 438796"/>
                  <a:gd name="csX6" fmla="*/ 0 w 1708306"/>
                  <a:gd name="csY6" fmla="*/ 0 h 438796"/>
                  <a:gd name="csX7" fmla="*/ 0 w 1708306"/>
                  <a:gd name="csY7" fmla="*/ 438796 h 438796"/>
                  <a:gd name="csX8" fmla="*/ 1488909 w 1708306"/>
                  <a:gd name="csY8" fmla="*/ 438796 h 438796"/>
                  <a:gd name="csX9" fmla="*/ 1708306 w 1708306"/>
                  <a:gd name="csY9" fmla="*/ 219398 h 438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08306" h="438796">
                    <a:moveTo>
                      <a:pt x="1490550" y="128959"/>
                    </a:moveTo>
                    <a:cubicBezTo>
                      <a:pt x="1539250" y="148848"/>
                      <a:pt x="1562606" y="204452"/>
                      <a:pt x="1542716" y="253152"/>
                    </a:cubicBezTo>
                    <a:cubicBezTo>
                      <a:pt x="1522827" y="301852"/>
                      <a:pt x="1467224" y="325207"/>
                      <a:pt x="1418524" y="305318"/>
                    </a:cubicBezTo>
                    <a:cubicBezTo>
                      <a:pt x="1369824" y="285428"/>
                      <a:pt x="1346468" y="229825"/>
                      <a:pt x="1366358" y="181125"/>
                    </a:cubicBezTo>
                    <a:cubicBezTo>
                      <a:pt x="1386247" y="132425"/>
                      <a:pt x="1441850" y="109069"/>
                      <a:pt x="1490550" y="128959"/>
                    </a:cubicBezTo>
                    <a:close/>
                    <a:moveTo>
                      <a:pt x="1488908" y="0"/>
                    </a:moveTo>
                    <a:lnTo>
                      <a:pt x="0" y="0"/>
                    </a:lnTo>
                    <a:lnTo>
                      <a:pt x="0" y="438796"/>
                    </a:lnTo>
                    <a:lnTo>
                      <a:pt x="1488909" y="438796"/>
                    </a:lnTo>
                    <a:lnTo>
                      <a:pt x="1708306" y="219398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ko-KR" altLang="en-US" sz="100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       내 일기장들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60A77EDD-BE66-E540-160A-AF83CF13A785}"/>
                  </a:ext>
                </a:extLst>
              </p:cNvPr>
              <p:cNvGrpSpPr/>
              <p:nvPr/>
            </p:nvGrpSpPr>
            <p:grpSpPr>
              <a:xfrm>
                <a:off x="5681789" y="1867099"/>
                <a:ext cx="1968026" cy="1750396"/>
                <a:chOff x="5681789" y="1856939"/>
                <a:chExt cx="1968026" cy="1750396"/>
              </a:xfrm>
            </p:grpSpPr>
            <p:sp>
              <p:nvSpPr>
                <p:cNvPr id="5" name="사각형: 둥근 모서리 4">
                  <a:extLst>
                    <a:ext uri="{FF2B5EF4-FFF2-40B4-BE49-F238E27FC236}">
                      <a16:creationId xmlns:a16="http://schemas.microsoft.com/office/drawing/2014/main" id="{6DC4E60F-7841-EB78-D71C-5A1708B0EBD5}"/>
                    </a:ext>
                  </a:extLst>
                </p:cNvPr>
                <p:cNvSpPr/>
                <p:nvPr/>
              </p:nvSpPr>
              <p:spPr>
                <a:xfrm>
                  <a:off x="5681789" y="2047013"/>
                  <a:ext cx="1630968" cy="1560322"/>
                </a:xfrm>
                <a:prstGeom prst="roundRect">
                  <a:avLst>
                    <a:gd name="adj" fmla="val 3719"/>
                  </a:avLst>
                </a:prstGeom>
                <a:noFill/>
                <a:ln w="38100">
                  <a:solidFill>
                    <a:srgbClr val="19191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A8E6CDF2-0126-FAC8-700B-57DDD0113AE1}"/>
                    </a:ext>
                  </a:extLst>
                </p:cNvPr>
                <p:cNvGrpSpPr/>
                <p:nvPr/>
              </p:nvGrpSpPr>
              <p:grpSpPr>
                <a:xfrm>
                  <a:off x="5771287" y="2138023"/>
                  <a:ext cx="1112029" cy="238379"/>
                  <a:chOff x="829326" y="1442533"/>
                  <a:chExt cx="1837973" cy="393996"/>
                </a:xfrm>
              </p:grpSpPr>
              <p:pic>
                <p:nvPicPr>
                  <p:cNvPr id="23" name="그래픽 22" descr="문서 단색으로 채워진">
                    <a:extLst>
                      <a:ext uri="{FF2B5EF4-FFF2-40B4-BE49-F238E27FC236}">
                        <a16:creationId xmlns:a16="http://schemas.microsoft.com/office/drawing/2014/main" id="{E425E66F-ED60-4B82-CBE5-C159B1F4C1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9326" y="1442533"/>
                    <a:ext cx="393996" cy="393996"/>
                  </a:xfrm>
                  <a:prstGeom prst="rect">
                    <a:avLst/>
                  </a:prstGeom>
                </p:spPr>
              </p:pic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9D4FCB4-F003-9D3C-7A03-0820C94ED95C}"/>
                      </a:ext>
                    </a:extLst>
                  </p:cNvPr>
                  <p:cNvSpPr txBox="1"/>
                  <p:nvPr/>
                </p:nvSpPr>
                <p:spPr>
                  <a:xfrm>
                    <a:off x="1201618" y="1448769"/>
                    <a:ext cx="1465681" cy="38152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오늘의 일기</a:t>
                    </a:r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.txt</a:t>
                    </a:r>
                    <a:endParaRPr lang="ko-KR" altLang="en-US" sz="900" dirty="0">
                      <a:solidFill>
                        <a:srgbClr val="191919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B7D9E8D7-2F66-81D9-8F01-2B74E8C8C846}"/>
                    </a:ext>
                  </a:extLst>
                </p:cNvPr>
                <p:cNvGrpSpPr/>
                <p:nvPr/>
              </p:nvGrpSpPr>
              <p:grpSpPr>
                <a:xfrm>
                  <a:off x="5789992" y="2685238"/>
                  <a:ext cx="1226759" cy="232167"/>
                  <a:chOff x="3692365" y="2364736"/>
                  <a:chExt cx="2027600" cy="383728"/>
                </a:xfrm>
              </p:grpSpPr>
              <p:pic>
                <p:nvPicPr>
                  <p:cNvPr id="20" name="그래픽 19" descr="열린 폴더 윤곽선">
                    <a:extLst>
                      <a:ext uri="{FF2B5EF4-FFF2-40B4-BE49-F238E27FC236}">
                        <a16:creationId xmlns:a16="http://schemas.microsoft.com/office/drawing/2014/main" id="{ABFF1F76-FF40-1837-E65D-C8EF67E199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CA5E2BD-573C-A533-C0E3-4314BDFF5B00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9" y="2366943"/>
                    <a:ext cx="1682936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2025</a:t>
                    </a:r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년 일기 모음</a:t>
                    </a:r>
                  </a:p>
                </p:txBody>
              </p:sp>
            </p:grpSp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8B60B94D-1DEF-DC09-939A-4B5C1C5D64F6}"/>
                    </a:ext>
                  </a:extLst>
                </p:cNvPr>
                <p:cNvGrpSpPr/>
                <p:nvPr/>
              </p:nvGrpSpPr>
              <p:grpSpPr>
                <a:xfrm>
                  <a:off x="5789992" y="2939469"/>
                  <a:ext cx="1229964" cy="232167"/>
                  <a:chOff x="3692365" y="2364736"/>
                  <a:chExt cx="2032897" cy="383728"/>
                </a:xfrm>
              </p:grpSpPr>
              <p:pic>
                <p:nvPicPr>
                  <p:cNvPr id="18" name="그래픽 17" descr="열린 폴더 윤곽선">
                    <a:extLst>
                      <a:ext uri="{FF2B5EF4-FFF2-40B4-BE49-F238E27FC236}">
                        <a16:creationId xmlns:a16="http://schemas.microsoft.com/office/drawing/2014/main" id="{4FB5F13A-03CC-1BF3-E191-699FEC9648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E893BC8-4D7E-25F3-470D-2953DD1AED85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7" y="2366943"/>
                    <a:ext cx="1688235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2024</a:t>
                    </a:r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년 일기 모음</a:t>
                    </a:r>
                  </a:p>
                </p:txBody>
              </p:sp>
            </p:grp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8F6B6212-FBF8-9456-9A64-D63284F521B4}"/>
                    </a:ext>
                  </a:extLst>
                </p:cNvPr>
                <p:cNvGrpSpPr/>
                <p:nvPr/>
              </p:nvGrpSpPr>
              <p:grpSpPr>
                <a:xfrm>
                  <a:off x="5789992" y="3194767"/>
                  <a:ext cx="564719" cy="232167"/>
                  <a:chOff x="3692365" y="2364736"/>
                  <a:chExt cx="933374" cy="383728"/>
                </a:xfrm>
              </p:grpSpPr>
              <p:pic>
                <p:nvPicPr>
                  <p:cNvPr id="16" name="그래픽 15" descr="열린 폴더 윤곽선">
                    <a:extLst>
                      <a:ext uri="{FF2B5EF4-FFF2-40B4-BE49-F238E27FC236}">
                        <a16:creationId xmlns:a16="http://schemas.microsoft.com/office/drawing/2014/main" id="{31F5C409-AF9B-84E7-9137-2DE5C02910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8491641-1F67-A738-FDED-8501E68C3826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7" y="2366943"/>
                    <a:ext cx="588712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bg1">
                            <a:lumMod val="6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.git</a:t>
                    </a:r>
                    <a:endParaRPr lang="ko-KR" altLang="en-US" sz="900" dirty="0">
                      <a:solidFill>
                        <a:schemeClr val="bg1">
                          <a:lumMod val="6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15" name="자유형: 도형 14">
                  <a:extLst>
                    <a:ext uri="{FF2B5EF4-FFF2-40B4-BE49-F238E27FC236}">
                      <a16:creationId xmlns:a16="http://schemas.microsoft.com/office/drawing/2014/main" id="{64C1A1A5-11A5-EDF4-45E0-81E876801F37}"/>
                    </a:ext>
                  </a:extLst>
                </p:cNvPr>
                <p:cNvSpPr/>
                <p:nvPr/>
              </p:nvSpPr>
              <p:spPr>
                <a:xfrm rot="3089484" flipH="1">
                  <a:off x="7000284" y="2240985"/>
                  <a:ext cx="1033577" cy="265485"/>
                </a:xfrm>
                <a:custGeom>
                  <a:avLst/>
                  <a:gdLst>
                    <a:gd name="csX0" fmla="*/ 1490550 w 1708306"/>
                    <a:gd name="csY0" fmla="*/ 128959 h 438796"/>
                    <a:gd name="csX1" fmla="*/ 1542716 w 1708306"/>
                    <a:gd name="csY1" fmla="*/ 253152 h 438796"/>
                    <a:gd name="csX2" fmla="*/ 1418524 w 1708306"/>
                    <a:gd name="csY2" fmla="*/ 305318 h 438796"/>
                    <a:gd name="csX3" fmla="*/ 1366358 w 1708306"/>
                    <a:gd name="csY3" fmla="*/ 181125 h 438796"/>
                    <a:gd name="csX4" fmla="*/ 1490550 w 1708306"/>
                    <a:gd name="csY4" fmla="*/ 128959 h 438796"/>
                    <a:gd name="csX5" fmla="*/ 1488908 w 1708306"/>
                    <a:gd name="csY5" fmla="*/ 0 h 438796"/>
                    <a:gd name="csX6" fmla="*/ 0 w 1708306"/>
                    <a:gd name="csY6" fmla="*/ 0 h 438796"/>
                    <a:gd name="csX7" fmla="*/ 0 w 1708306"/>
                    <a:gd name="csY7" fmla="*/ 438796 h 438796"/>
                    <a:gd name="csX8" fmla="*/ 1488909 w 1708306"/>
                    <a:gd name="csY8" fmla="*/ 438796 h 438796"/>
                    <a:gd name="csX9" fmla="*/ 1708306 w 1708306"/>
                    <a:gd name="csY9" fmla="*/ 219398 h 438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08306" h="438796">
                      <a:moveTo>
                        <a:pt x="1490550" y="128959"/>
                      </a:moveTo>
                      <a:cubicBezTo>
                        <a:pt x="1539250" y="148848"/>
                        <a:pt x="1562606" y="204452"/>
                        <a:pt x="1542716" y="253152"/>
                      </a:cubicBezTo>
                      <a:cubicBezTo>
                        <a:pt x="1522827" y="301852"/>
                        <a:pt x="1467224" y="325207"/>
                        <a:pt x="1418524" y="305318"/>
                      </a:cubicBezTo>
                      <a:cubicBezTo>
                        <a:pt x="1369824" y="285428"/>
                        <a:pt x="1346468" y="229825"/>
                        <a:pt x="1366358" y="181125"/>
                      </a:cubicBezTo>
                      <a:cubicBezTo>
                        <a:pt x="1386247" y="132425"/>
                        <a:pt x="1441850" y="109069"/>
                        <a:pt x="1490550" y="128959"/>
                      </a:cubicBezTo>
                      <a:close/>
                      <a:moveTo>
                        <a:pt x="1488908" y="0"/>
                      </a:moveTo>
                      <a:lnTo>
                        <a:pt x="0" y="0"/>
                      </a:lnTo>
                      <a:lnTo>
                        <a:pt x="0" y="438796"/>
                      </a:lnTo>
                      <a:lnTo>
                        <a:pt x="1488909" y="438796"/>
                      </a:lnTo>
                      <a:lnTo>
                        <a:pt x="1708306" y="219398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ko-KR" altLang="en-US" sz="1000" dirty="0"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       나도 </a:t>
                  </a:r>
                  <a:r>
                    <a:rPr lang="ko-KR" altLang="en-US" sz="1000" dirty="0" err="1"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쓸래</a:t>
                  </a:r>
                  <a:endParaRPr lang="ko-KR" altLang="en-US" sz="100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301EB9FF-112B-1B5D-2A36-D451936DAB50}"/>
                    </a:ext>
                  </a:extLst>
                </p:cNvPr>
                <p:cNvGrpSpPr/>
                <p:nvPr/>
              </p:nvGrpSpPr>
              <p:grpSpPr>
                <a:xfrm>
                  <a:off x="5771287" y="2417754"/>
                  <a:ext cx="1211415" cy="238379"/>
                  <a:chOff x="829326" y="1442533"/>
                  <a:chExt cx="2002238" cy="393996"/>
                </a:xfrm>
              </p:grpSpPr>
              <p:pic>
                <p:nvPicPr>
                  <p:cNvPr id="27" name="그래픽 26" descr="문서 단색으로 채워진">
                    <a:extLst>
                      <a:ext uri="{FF2B5EF4-FFF2-40B4-BE49-F238E27FC236}">
                        <a16:creationId xmlns:a16="http://schemas.microsoft.com/office/drawing/2014/main" id="{0653A84D-5FFC-EF3B-733D-48564E46FC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9326" y="1442533"/>
                    <a:ext cx="393996" cy="393996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552D6A4-D4F7-F7C4-4AA3-4D489DE3C4B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1618" y="1448769"/>
                    <a:ext cx="1629946" cy="38152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협업자의 일기</a:t>
                    </a:r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.txt</a:t>
                    </a:r>
                    <a:endParaRPr lang="ko-KR" altLang="en-US" sz="900" dirty="0">
                      <a:solidFill>
                        <a:srgbClr val="191919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72B4C32-CD07-C5A2-CA81-AAC8D59E3BE0}"/>
              </a:ext>
            </a:extLst>
          </p:cNvPr>
          <p:cNvGrpSpPr/>
          <p:nvPr/>
        </p:nvGrpSpPr>
        <p:grpSpPr>
          <a:xfrm>
            <a:off x="624192" y="3686156"/>
            <a:ext cx="4100403" cy="2522145"/>
            <a:chOff x="4045798" y="1287201"/>
            <a:chExt cx="4100403" cy="2522145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E2E5990-2A4F-6F0B-B511-424AC691FDAE}"/>
                </a:ext>
              </a:extLst>
            </p:cNvPr>
            <p:cNvSpPr txBox="1"/>
            <p:nvPr/>
          </p:nvSpPr>
          <p:spPr>
            <a:xfrm>
              <a:off x="5457042" y="1287201"/>
              <a:ext cx="1277914" cy="419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HyeongJun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06B17868-7CE6-EDFA-DC12-6B6FB27D7D5B}"/>
                </a:ext>
              </a:extLst>
            </p:cNvPr>
            <p:cNvGrpSpPr/>
            <p:nvPr/>
          </p:nvGrpSpPr>
          <p:grpSpPr>
            <a:xfrm>
              <a:off x="4045798" y="1768155"/>
              <a:ext cx="4100403" cy="2041191"/>
              <a:chOff x="4045798" y="1768155"/>
              <a:chExt cx="4100403" cy="2041191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0A2D36BD-5FBA-FAD6-29CD-428D11EDB555}"/>
                  </a:ext>
                </a:extLst>
              </p:cNvPr>
              <p:cNvSpPr/>
              <p:nvPr/>
            </p:nvSpPr>
            <p:spPr>
              <a:xfrm>
                <a:off x="4045798" y="1768155"/>
                <a:ext cx="4100403" cy="2041191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E82252C1-F0AA-4E00-8012-7907DF3DBE1D}"/>
                  </a:ext>
                </a:extLst>
              </p:cNvPr>
              <p:cNvSpPr/>
              <p:nvPr/>
            </p:nvSpPr>
            <p:spPr>
              <a:xfrm flipH="1">
                <a:off x="4291350" y="1994710"/>
                <a:ext cx="1033577" cy="265485"/>
              </a:xfrm>
              <a:custGeom>
                <a:avLst/>
                <a:gdLst>
                  <a:gd name="csX0" fmla="*/ 1490550 w 1708306"/>
                  <a:gd name="csY0" fmla="*/ 128959 h 438796"/>
                  <a:gd name="csX1" fmla="*/ 1542716 w 1708306"/>
                  <a:gd name="csY1" fmla="*/ 253152 h 438796"/>
                  <a:gd name="csX2" fmla="*/ 1418524 w 1708306"/>
                  <a:gd name="csY2" fmla="*/ 305318 h 438796"/>
                  <a:gd name="csX3" fmla="*/ 1366358 w 1708306"/>
                  <a:gd name="csY3" fmla="*/ 181125 h 438796"/>
                  <a:gd name="csX4" fmla="*/ 1490550 w 1708306"/>
                  <a:gd name="csY4" fmla="*/ 128959 h 438796"/>
                  <a:gd name="csX5" fmla="*/ 1488908 w 1708306"/>
                  <a:gd name="csY5" fmla="*/ 0 h 438796"/>
                  <a:gd name="csX6" fmla="*/ 0 w 1708306"/>
                  <a:gd name="csY6" fmla="*/ 0 h 438796"/>
                  <a:gd name="csX7" fmla="*/ 0 w 1708306"/>
                  <a:gd name="csY7" fmla="*/ 438796 h 438796"/>
                  <a:gd name="csX8" fmla="*/ 1488909 w 1708306"/>
                  <a:gd name="csY8" fmla="*/ 438796 h 438796"/>
                  <a:gd name="csX9" fmla="*/ 1708306 w 1708306"/>
                  <a:gd name="csY9" fmla="*/ 219398 h 438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08306" h="438796">
                    <a:moveTo>
                      <a:pt x="1490550" y="128959"/>
                    </a:moveTo>
                    <a:cubicBezTo>
                      <a:pt x="1539250" y="148848"/>
                      <a:pt x="1562606" y="204452"/>
                      <a:pt x="1542716" y="253152"/>
                    </a:cubicBezTo>
                    <a:cubicBezTo>
                      <a:pt x="1522827" y="301852"/>
                      <a:pt x="1467224" y="325207"/>
                      <a:pt x="1418524" y="305318"/>
                    </a:cubicBezTo>
                    <a:cubicBezTo>
                      <a:pt x="1369824" y="285428"/>
                      <a:pt x="1346468" y="229825"/>
                      <a:pt x="1366358" y="181125"/>
                    </a:cubicBezTo>
                    <a:cubicBezTo>
                      <a:pt x="1386247" y="132425"/>
                      <a:pt x="1441850" y="109069"/>
                      <a:pt x="1490550" y="128959"/>
                    </a:cubicBezTo>
                    <a:close/>
                    <a:moveTo>
                      <a:pt x="1488908" y="0"/>
                    </a:moveTo>
                    <a:lnTo>
                      <a:pt x="0" y="0"/>
                    </a:lnTo>
                    <a:lnTo>
                      <a:pt x="0" y="438796"/>
                    </a:lnTo>
                    <a:lnTo>
                      <a:pt x="1488909" y="438796"/>
                    </a:lnTo>
                    <a:lnTo>
                      <a:pt x="1708306" y="219398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ko-KR" altLang="en-US" sz="100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       내 일기장들</a:t>
                </a:r>
              </a:p>
            </p:txBody>
          </p:sp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11DDCAD6-A92F-FC36-3A8C-BE38D21B7583}"/>
                  </a:ext>
                </a:extLst>
              </p:cNvPr>
              <p:cNvGrpSpPr/>
              <p:nvPr/>
            </p:nvGrpSpPr>
            <p:grpSpPr>
              <a:xfrm>
                <a:off x="5681789" y="1867099"/>
                <a:ext cx="1968026" cy="1750396"/>
                <a:chOff x="5681789" y="1856939"/>
                <a:chExt cx="1968026" cy="1750396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7DECDF94-AED1-66B2-CE1B-2F8C55E47DA3}"/>
                    </a:ext>
                  </a:extLst>
                </p:cNvPr>
                <p:cNvSpPr/>
                <p:nvPr/>
              </p:nvSpPr>
              <p:spPr>
                <a:xfrm>
                  <a:off x="5681789" y="2047013"/>
                  <a:ext cx="1630968" cy="1560322"/>
                </a:xfrm>
                <a:prstGeom prst="roundRect">
                  <a:avLst>
                    <a:gd name="adj" fmla="val 3719"/>
                  </a:avLst>
                </a:prstGeom>
                <a:noFill/>
                <a:ln w="38100">
                  <a:solidFill>
                    <a:srgbClr val="19191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68" name="그룹 67">
                  <a:extLst>
                    <a:ext uri="{FF2B5EF4-FFF2-40B4-BE49-F238E27FC236}">
                      <a16:creationId xmlns:a16="http://schemas.microsoft.com/office/drawing/2014/main" id="{59582B50-A633-E5DE-191F-F574E858749C}"/>
                    </a:ext>
                  </a:extLst>
                </p:cNvPr>
                <p:cNvGrpSpPr/>
                <p:nvPr/>
              </p:nvGrpSpPr>
              <p:grpSpPr>
                <a:xfrm>
                  <a:off x="5771287" y="2138023"/>
                  <a:ext cx="1112029" cy="238379"/>
                  <a:chOff x="829326" y="1442533"/>
                  <a:chExt cx="1837973" cy="393996"/>
                </a:xfrm>
              </p:grpSpPr>
              <p:pic>
                <p:nvPicPr>
                  <p:cNvPr id="83" name="그래픽 82" descr="문서 단색으로 채워진">
                    <a:extLst>
                      <a:ext uri="{FF2B5EF4-FFF2-40B4-BE49-F238E27FC236}">
                        <a16:creationId xmlns:a16="http://schemas.microsoft.com/office/drawing/2014/main" id="{5BEDC487-CF63-5716-BE0A-279C01B3D3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9326" y="1442533"/>
                    <a:ext cx="393996" cy="393996"/>
                  </a:xfrm>
                  <a:prstGeom prst="rect">
                    <a:avLst/>
                  </a:prstGeom>
                </p:spPr>
              </p:pic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E22BE8E6-7764-60C1-0A83-046677663F6A}"/>
                      </a:ext>
                    </a:extLst>
                  </p:cNvPr>
                  <p:cNvSpPr txBox="1"/>
                  <p:nvPr/>
                </p:nvSpPr>
                <p:spPr>
                  <a:xfrm>
                    <a:off x="1201618" y="1448769"/>
                    <a:ext cx="1465681" cy="38152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오늘의 일기</a:t>
                    </a:r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.txt</a:t>
                    </a:r>
                    <a:endParaRPr lang="ko-KR" altLang="en-US" sz="900" dirty="0">
                      <a:solidFill>
                        <a:srgbClr val="191919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69" name="그룹 68">
                  <a:extLst>
                    <a:ext uri="{FF2B5EF4-FFF2-40B4-BE49-F238E27FC236}">
                      <a16:creationId xmlns:a16="http://schemas.microsoft.com/office/drawing/2014/main" id="{FC2ABF79-89AC-5660-E9A2-80A9A9C8CACC}"/>
                    </a:ext>
                  </a:extLst>
                </p:cNvPr>
                <p:cNvGrpSpPr/>
                <p:nvPr/>
              </p:nvGrpSpPr>
              <p:grpSpPr>
                <a:xfrm>
                  <a:off x="5789992" y="2685238"/>
                  <a:ext cx="1226759" cy="232167"/>
                  <a:chOff x="3692365" y="2364736"/>
                  <a:chExt cx="2027600" cy="383728"/>
                </a:xfrm>
              </p:grpSpPr>
              <p:pic>
                <p:nvPicPr>
                  <p:cNvPr id="81" name="그래픽 80" descr="열린 폴더 윤곽선">
                    <a:extLst>
                      <a:ext uri="{FF2B5EF4-FFF2-40B4-BE49-F238E27FC236}">
                        <a16:creationId xmlns:a16="http://schemas.microsoft.com/office/drawing/2014/main" id="{3949E166-C2B9-1D1A-1ED9-529CF936D3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4660A7E9-CBA5-C6A0-F288-3F36002DA4F2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9" y="2366943"/>
                    <a:ext cx="1682936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2025</a:t>
                    </a:r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년 일기 모음</a:t>
                    </a:r>
                  </a:p>
                </p:txBody>
              </p:sp>
            </p:grpSp>
            <p:grpSp>
              <p:nvGrpSpPr>
                <p:cNvPr id="70" name="그룹 69">
                  <a:extLst>
                    <a:ext uri="{FF2B5EF4-FFF2-40B4-BE49-F238E27FC236}">
                      <a16:creationId xmlns:a16="http://schemas.microsoft.com/office/drawing/2014/main" id="{D35A4AD0-F7D5-AF3D-8441-785C75B36916}"/>
                    </a:ext>
                  </a:extLst>
                </p:cNvPr>
                <p:cNvGrpSpPr/>
                <p:nvPr/>
              </p:nvGrpSpPr>
              <p:grpSpPr>
                <a:xfrm>
                  <a:off x="5789992" y="2939469"/>
                  <a:ext cx="1229964" cy="232167"/>
                  <a:chOff x="3692365" y="2364736"/>
                  <a:chExt cx="2032897" cy="383728"/>
                </a:xfrm>
              </p:grpSpPr>
              <p:pic>
                <p:nvPicPr>
                  <p:cNvPr id="78" name="그래픽 77" descr="열린 폴더 윤곽선">
                    <a:extLst>
                      <a:ext uri="{FF2B5EF4-FFF2-40B4-BE49-F238E27FC236}">
                        <a16:creationId xmlns:a16="http://schemas.microsoft.com/office/drawing/2014/main" id="{6B0F4B26-692C-F37B-BEE2-9A4A34791C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C80C9D8-88A2-BC7A-81D5-9FE7BCE0A93F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7" y="2366943"/>
                    <a:ext cx="1688235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2024</a:t>
                    </a:r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년 일기 모음</a:t>
                    </a:r>
                  </a:p>
                </p:txBody>
              </p:sp>
            </p:grp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A8C7531-4C16-D90E-F5B9-2B68CAB816C0}"/>
                    </a:ext>
                  </a:extLst>
                </p:cNvPr>
                <p:cNvGrpSpPr/>
                <p:nvPr/>
              </p:nvGrpSpPr>
              <p:grpSpPr>
                <a:xfrm>
                  <a:off x="5789992" y="3194767"/>
                  <a:ext cx="564719" cy="232167"/>
                  <a:chOff x="3692365" y="2364736"/>
                  <a:chExt cx="933374" cy="383728"/>
                </a:xfrm>
              </p:grpSpPr>
              <p:pic>
                <p:nvPicPr>
                  <p:cNvPr id="76" name="그래픽 75" descr="열린 폴더 윤곽선">
                    <a:extLst>
                      <a:ext uri="{FF2B5EF4-FFF2-40B4-BE49-F238E27FC236}">
                        <a16:creationId xmlns:a16="http://schemas.microsoft.com/office/drawing/2014/main" id="{9F02CA07-744D-4121-FDDA-1B90BCD5E3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BB9912D7-0DB2-3BE0-7795-0D0EA22407A8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7" y="2366943"/>
                    <a:ext cx="588712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bg1">
                            <a:lumMod val="6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.git</a:t>
                    </a:r>
                    <a:endParaRPr lang="ko-KR" altLang="en-US" sz="900" dirty="0">
                      <a:solidFill>
                        <a:schemeClr val="bg1">
                          <a:lumMod val="6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5A2289E6-EE74-215E-6B12-75B2D1E26D71}"/>
                    </a:ext>
                  </a:extLst>
                </p:cNvPr>
                <p:cNvSpPr/>
                <p:nvPr/>
              </p:nvSpPr>
              <p:spPr>
                <a:xfrm rot="3089484" flipH="1">
                  <a:off x="7000284" y="2240985"/>
                  <a:ext cx="1033577" cy="265485"/>
                </a:xfrm>
                <a:custGeom>
                  <a:avLst/>
                  <a:gdLst>
                    <a:gd name="csX0" fmla="*/ 1490550 w 1708306"/>
                    <a:gd name="csY0" fmla="*/ 128959 h 438796"/>
                    <a:gd name="csX1" fmla="*/ 1542716 w 1708306"/>
                    <a:gd name="csY1" fmla="*/ 253152 h 438796"/>
                    <a:gd name="csX2" fmla="*/ 1418524 w 1708306"/>
                    <a:gd name="csY2" fmla="*/ 305318 h 438796"/>
                    <a:gd name="csX3" fmla="*/ 1366358 w 1708306"/>
                    <a:gd name="csY3" fmla="*/ 181125 h 438796"/>
                    <a:gd name="csX4" fmla="*/ 1490550 w 1708306"/>
                    <a:gd name="csY4" fmla="*/ 128959 h 438796"/>
                    <a:gd name="csX5" fmla="*/ 1488908 w 1708306"/>
                    <a:gd name="csY5" fmla="*/ 0 h 438796"/>
                    <a:gd name="csX6" fmla="*/ 0 w 1708306"/>
                    <a:gd name="csY6" fmla="*/ 0 h 438796"/>
                    <a:gd name="csX7" fmla="*/ 0 w 1708306"/>
                    <a:gd name="csY7" fmla="*/ 438796 h 438796"/>
                    <a:gd name="csX8" fmla="*/ 1488909 w 1708306"/>
                    <a:gd name="csY8" fmla="*/ 438796 h 438796"/>
                    <a:gd name="csX9" fmla="*/ 1708306 w 1708306"/>
                    <a:gd name="csY9" fmla="*/ 219398 h 438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08306" h="438796">
                      <a:moveTo>
                        <a:pt x="1490550" y="128959"/>
                      </a:moveTo>
                      <a:cubicBezTo>
                        <a:pt x="1539250" y="148848"/>
                        <a:pt x="1562606" y="204452"/>
                        <a:pt x="1542716" y="253152"/>
                      </a:cubicBezTo>
                      <a:cubicBezTo>
                        <a:pt x="1522827" y="301852"/>
                        <a:pt x="1467224" y="325207"/>
                        <a:pt x="1418524" y="305318"/>
                      </a:cubicBezTo>
                      <a:cubicBezTo>
                        <a:pt x="1369824" y="285428"/>
                        <a:pt x="1346468" y="229825"/>
                        <a:pt x="1366358" y="181125"/>
                      </a:cubicBezTo>
                      <a:cubicBezTo>
                        <a:pt x="1386247" y="132425"/>
                        <a:pt x="1441850" y="109069"/>
                        <a:pt x="1490550" y="128959"/>
                      </a:cubicBezTo>
                      <a:close/>
                      <a:moveTo>
                        <a:pt x="1488908" y="0"/>
                      </a:moveTo>
                      <a:lnTo>
                        <a:pt x="0" y="0"/>
                      </a:lnTo>
                      <a:lnTo>
                        <a:pt x="0" y="438796"/>
                      </a:lnTo>
                      <a:lnTo>
                        <a:pt x="1488909" y="438796"/>
                      </a:lnTo>
                      <a:lnTo>
                        <a:pt x="1708306" y="219398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ko-KR" altLang="en-US" sz="1000" dirty="0"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       나도 </a:t>
                  </a:r>
                  <a:r>
                    <a:rPr lang="ko-KR" altLang="en-US" sz="1000" dirty="0" err="1"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쓸래</a:t>
                  </a:r>
                  <a:endParaRPr lang="ko-KR" altLang="en-US" sz="100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01010126-EB47-70E9-36FA-E03EB31D4D57}"/>
                    </a:ext>
                  </a:extLst>
                </p:cNvPr>
                <p:cNvGrpSpPr/>
                <p:nvPr/>
              </p:nvGrpSpPr>
              <p:grpSpPr>
                <a:xfrm>
                  <a:off x="5771287" y="2417754"/>
                  <a:ext cx="1211415" cy="238379"/>
                  <a:chOff x="829326" y="1442533"/>
                  <a:chExt cx="2002238" cy="393996"/>
                </a:xfrm>
              </p:grpSpPr>
              <p:pic>
                <p:nvPicPr>
                  <p:cNvPr id="74" name="그래픽 73" descr="문서 단색으로 채워진">
                    <a:extLst>
                      <a:ext uri="{FF2B5EF4-FFF2-40B4-BE49-F238E27FC236}">
                        <a16:creationId xmlns:a16="http://schemas.microsoft.com/office/drawing/2014/main" id="{387D79F6-A0D3-8CC1-4F5D-9FA0278E43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9326" y="1442533"/>
                    <a:ext cx="393996" cy="393996"/>
                  </a:xfrm>
                  <a:prstGeom prst="rect">
                    <a:avLst/>
                  </a:prstGeom>
                </p:spPr>
              </p:pic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25FD43D2-89BA-1F88-0F5C-0A63765AA0F0}"/>
                      </a:ext>
                    </a:extLst>
                  </p:cNvPr>
                  <p:cNvSpPr txBox="1"/>
                  <p:nvPr/>
                </p:nvSpPr>
                <p:spPr>
                  <a:xfrm>
                    <a:off x="1201618" y="1448769"/>
                    <a:ext cx="1629946" cy="38152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협업자의 일기</a:t>
                    </a:r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.txt</a:t>
                    </a:r>
                    <a:endParaRPr lang="ko-KR" altLang="en-US" sz="900" dirty="0">
                      <a:solidFill>
                        <a:srgbClr val="191919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3858A13-6E40-9F5D-F3F5-4B6567B3464C}"/>
              </a:ext>
            </a:extLst>
          </p:cNvPr>
          <p:cNvGrpSpPr/>
          <p:nvPr/>
        </p:nvGrpSpPr>
        <p:grpSpPr>
          <a:xfrm>
            <a:off x="7467405" y="3686156"/>
            <a:ext cx="4100403" cy="2522145"/>
            <a:chOff x="4045798" y="1287201"/>
            <a:chExt cx="4100403" cy="2522145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C97A1F4-798B-3A36-BDA1-CA58ADC85D1C}"/>
                </a:ext>
              </a:extLst>
            </p:cNvPr>
            <p:cNvSpPr txBox="1"/>
            <p:nvPr/>
          </p:nvSpPr>
          <p:spPr>
            <a:xfrm>
              <a:off x="5574862" y="1287201"/>
              <a:ext cx="1042273" cy="419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TaeYeop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147B102-3407-F483-CBCE-BDB9793FD0E0}"/>
                </a:ext>
              </a:extLst>
            </p:cNvPr>
            <p:cNvGrpSpPr/>
            <p:nvPr/>
          </p:nvGrpSpPr>
          <p:grpSpPr>
            <a:xfrm>
              <a:off x="4045798" y="1768155"/>
              <a:ext cx="4100403" cy="2041191"/>
              <a:chOff x="4045798" y="1768155"/>
              <a:chExt cx="4100403" cy="2041191"/>
            </a:xfrm>
          </p:grpSpPr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51AB8E0C-A5B6-AD7D-EE2F-D478FE3F73FE}"/>
                  </a:ext>
                </a:extLst>
              </p:cNvPr>
              <p:cNvSpPr/>
              <p:nvPr/>
            </p:nvSpPr>
            <p:spPr>
              <a:xfrm>
                <a:off x="4045798" y="1768155"/>
                <a:ext cx="4100403" cy="2041191"/>
              </a:xfrm>
              <a:prstGeom prst="roundRect">
                <a:avLst>
                  <a:gd name="adj" fmla="val 3719"/>
                </a:avLst>
              </a:prstGeom>
              <a:noFill/>
              <a:ln w="38100">
                <a:solidFill>
                  <a:srgbClr val="191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90" name="자유형: 도형 89">
                <a:extLst>
                  <a:ext uri="{FF2B5EF4-FFF2-40B4-BE49-F238E27FC236}">
                    <a16:creationId xmlns:a16="http://schemas.microsoft.com/office/drawing/2014/main" id="{97D7C443-C5B1-BB93-C06E-316A47DD030D}"/>
                  </a:ext>
                </a:extLst>
              </p:cNvPr>
              <p:cNvSpPr/>
              <p:nvPr/>
            </p:nvSpPr>
            <p:spPr>
              <a:xfrm flipH="1">
                <a:off x="4291350" y="1994710"/>
                <a:ext cx="1033577" cy="265485"/>
              </a:xfrm>
              <a:custGeom>
                <a:avLst/>
                <a:gdLst>
                  <a:gd name="csX0" fmla="*/ 1490550 w 1708306"/>
                  <a:gd name="csY0" fmla="*/ 128959 h 438796"/>
                  <a:gd name="csX1" fmla="*/ 1542716 w 1708306"/>
                  <a:gd name="csY1" fmla="*/ 253152 h 438796"/>
                  <a:gd name="csX2" fmla="*/ 1418524 w 1708306"/>
                  <a:gd name="csY2" fmla="*/ 305318 h 438796"/>
                  <a:gd name="csX3" fmla="*/ 1366358 w 1708306"/>
                  <a:gd name="csY3" fmla="*/ 181125 h 438796"/>
                  <a:gd name="csX4" fmla="*/ 1490550 w 1708306"/>
                  <a:gd name="csY4" fmla="*/ 128959 h 438796"/>
                  <a:gd name="csX5" fmla="*/ 1488908 w 1708306"/>
                  <a:gd name="csY5" fmla="*/ 0 h 438796"/>
                  <a:gd name="csX6" fmla="*/ 0 w 1708306"/>
                  <a:gd name="csY6" fmla="*/ 0 h 438796"/>
                  <a:gd name="csX7" fmla="*/ 0 w 1708306"/>
                  <a:gd name="csY7" fmla="*/ 438796 h 438796"/>
                  <a:gd name="csX8" fmla="*/ 1488909 w 1708306"/>
                  <a:gd name="csY8" fmla="*/ 438796 h 438796"/>
                  <a:gd name="csX9" fmla="*/ 1708306 w 1708306"/>
                  <a:gd name="csY9" fmla="*/ 219398 h 438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08306" h="438796">
                    <a:moveTo>
                      <a:pt x="1490550" y="128959"/>
                    </a:moveTo>
                    <a:cubicBezTo>
                      <a:pt x="1539250" y="148848"/>
                      <a:pt x="1562606" y="204452"/>
                      <a:pt x="1542716" y="253152"/>
                    </a:cubicBezTo>
                    <a:cubicBezTo>
                      <a:pt x="1522827" y="301852"/>
                      <a:pt x="1467224" y="325207"/>
                      <a:pt x="1418524" y="305318"/>
                    </a:cubicBezTo>
                    <a:cubicBezTo>
                      <a:pt x="1369824" y="285428"/>
                      <a:pt x="1346468" y="229825"/>
                      <a:pt x="1366358" y="181125"/>
                    </a:cubicBezTo>
                    <a:cubicBezTo>
                      <a:pt x="1386247" y="132425"/>
                      <a:pt x="1441850" y="109069"/>
                      <a:pt x="1490550" y="128959"/>
                    </a:cubicBezTo>
                    <a:close/>
                    <a:moveTo>
                      <a:pt x="1488908" y="0"/>
                    </a:moveTo>
                    <a:lnTo>
                      <a:pt x="0" y="0"/>
                    </a:lnTo>
                    <a:lnTo>
                      <a:pt x="0" y="438796"/>
                    </a:lnTo>
                    <a:lnTo>
                      <a:pt x="1488909" y="438796"/>
                    </a:lnTo>
                    <a:lnTo>
                      <a:pt x="1708306" y="219398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ko-KR" altLang="en-US" sz="100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       내 일기장들</a:t>
                </a:r>
              </a:p>
            </p:txBody>
          </p: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8FF66A5B-F7AD-A9C0-D7FA-29B9FE455E71}"/>
                  </a:ext>
                </a:extLst>
              </p:cNvPr>
              <p:cNvGrpSpPr/>
              <p:nvPr/>
            </p:nvGrpSpPr>
            <p:grpSpPr>
              <a:xfrm>
                <a:off x="5681789" y="1867099"/>
                <a:ext cx="1968026" cy="1750396"/>
                <a:chOff x="5681789" y="1856939"/>
                <a:chExt cx="1968026" cy="1750396"/>
              </a:xfrm>
            </p:grpSpPr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6FC4009C-7E8A-F436-8CBE-A0C33358D8B3}"/>
                    </a:ext>
                  </a:extLst>
                </p:cNvPr>
                <p:cNvSpPr/>
                <p:nvPr/>
              </p:nvSpPr>
              <p:spPr>
                <a:xfrm>
                  <a:off x="5681789" y="2047013"/>
                  <a:ext cx="1630968" cy="1560322"/>
                </a:xfrm>
                <a:prstGeom prst="roundRect">
                  <a:avLst>
                    <a:gd name="adj" fmla="val 3719"/>
                  </a:avLst>
                </a:prstGeom>
                <a:noFill/>
                <a:ln w="38100">
                  <a:solidFill>
                    <a:srgbClr val="19191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93" name="그룹 92">
                  <a:extLst>
                    <a:ext uri="{FF2B5EF4-FFF2-40B4-BE49-F238E27FC236}">
                      <a16:creationId xmlns:a16="http://schemas.microsoft.com/office/drawing/2014/main" id="{BE8C118C-6F4D-19B0-7E08-645F010B2FE4}"/>
                    </a:ext>
                  </a:extLst>
                </p:cNvPr>
                <p:cNvGrpSpPr/>
                <p:nvPr/>
              </p:nvGrpSpPr>
              <p:grpSpPr>
                <a:xfrm>
                  <a:off x="5771287" y="2138023"/>
                  <a:ext cx="1112029" cy="238379"/>
                  <a:chOff x="829326" y="1442533"/>
                  <a:chExt cx="1837973" cy="393996"/>
                </a:xfrm>
              </p:grpSpPr>
              <p:pic>
                <p:nvPicPr>
                  <p:cNvPr id="107" name="그래픽 106" descr="문서 단색으로 채워진">
                    <a:extLst>
                      <a:ext uri="{FF2B5EF4-FFF2-40B4-BE49-F238E27FC236}">
                        <a16:creationId xmlns:a16="http://schemas.microsoft.com/office/drawing/2014/main" id="{615C2C15-BDFE-75E3-978D-46EA77C6D1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9326" y="1442533"/>
                    <a:ext cx="393996" cy="393996"/>
                  </a:xfrm>
                  <a:prstGeom prst="rect">
                    <a:avLst/>
                  </a:prstGeom>
                </p:spPr>
              </p:pic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3AE98036-6FE7-A258-52DC-4F546D2187B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1618" y="1448769"/>
                    <a:ext cx="1465681" cy="38152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오늘의 일기</a:t>
                    </a:r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.txt</a:t>
                    </a:r>
                    <a:endParaRPr lang="ko-KR" altLang="en-US" sz="900" dirty="0">
                      <a:solidFill>
                        <a:srgbClr val="191919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  <p:grpSp>
              <p:nvGrpSpPr>
                <p:cNvPr id="94" name="그룹 93">
                  <a:extLst>
                    <a:ext uri="{FF2B5EF4-FFF2-40B4-BE49-F238E27FC236}">
                      <a16:creationId xmlns:a16="http://schemas.microsoft.com/office/drawing/2014/main" id="{C23EAD62-2155-11A3-664F-E3D192E031EF}"/>
                    </a:ext>
                  </a:extLst>
                </p:cNvPr>
                <p:cNvGrpSpPr/>
                <p:nvPr/>
              </p:nvGrpSpPr>
              <p:grpSpPr>
                <a:xfrm>
                  <a:off x="5789992" y="2685238"/>
                  <a:ext cx="1226759" cy="232167"/>
                  <a:chOff x="3692365" y="2364736"/>
                  <a:chExt cx="2027600" cy="383728"/>
                </a:xfrm>
              </p:grpSpPr>
              <p:pic>
                <p:nvPicPr>
                  <p:cNvPr id="105" name="그래픽 104" descr="열린 폴더 윤곽선">
                    <a:extLst>
                      <a:ext uri="{FF2B5EF4-FFF2-40B4-BE49-F238E27FC236}">
                        <a16:creationId xmlns:a16="http://schemas.microsoft.com/office/drawing/2014/main" id="{9DCA861B-EECE-3442-1B3B-E6F716C406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798E238E-2BDA-D7BF-89E9-882CC8331255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9" y="2366943"/>
                    <a:ext cx="1682936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2025</a:t>
                    </a:r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년 일기 모음</a:t>
                    </a:r>
                  </a:p>
                </p:txBody>
              </p:sp>
            </p:grpSp>
            <p:grpSp>
              <p:nvGrpSpPr>
                <p:cNvPr id="95" name="그룹 94">
                  <a:extLst>
                    <a:ext uri="{FF2B5EF4-FFF2-40B4-BE49-F238E27FC236}">
                      <a16:creationId xmlns:a16="http://schemas.microsoft.com/office/drawing/2014/main" id="{3B8AEF5E-C8B3-8448-B0A2-5DBBC89CC1DE}"/>
                    </a:ext>
                  </a:extLst>
                </p:cNvPr>
                <p:cNvGrpSpPr/>
                <p:nvPr/>
              </p:nvGrpSpPr>
              <p:grpSpPr>
                <a:xfrm>
                  <a:off x="5789992" y="2939469"/>
                  <a:ext cx="1229964" cy="232167"/>
                  <a:chOff x="3692365" y="2364736"/>
                  <a:chExt cx="2032897" cy="383728"/>
                </a:xfrm>
              </p:grpSpPr>
              <p:pic>
                <p:nvPicPr>
                  <p:cNvPr id="103" name="그래픽 102" descr="열린 폴더 윤곽선">
                    <a:extLst>
                      <a:ext uri="{FF2B5EF4-FFF2-40B4-BE49-F238E27FC236}">
                        <a16:creationId xmlns:a16="http://schemas.microsoft.com/office/drawing/2014/main" id="{E94F957A-0F27-6B64-2391-76A1631570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D0637BB-E57D-DB82-7FD3-6875D0AE5B61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7" y="2366943"/>
                    <a:ext cx="1688235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2024</a:t>
                    </a:r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년 일기 모음</a:t>
                    </a:r>
                  </a:p>
                </p:txBody>
              </p:sp>
            </p:grpSp>
            <p:grpSp>
              <p:nvGrpSpPr>
                <p:cNvPr id="96" name="그룹 95">
                  <a:extLst>
                    <a:ext uri="{FF2B5EF4-FFF2-40B4-BE49-F238E27FC236}">
                      <a16:creationId xmlns:a16="http://schemas.microsoft.com/office/drawing/2014/main" id="{3F49915A-20EF-8B49-3312-7723923813D7}"/>
                    </a:ext>
                  </a:extLst>
                </p:cNvPr>
                <p:cNvGrpSpPr/>
                <p:nvPr/>
              </p:nvGrpSpPr>
              <p:grpSpPr>
                <a:xfrm>
                  <a:off x="5789992" y="3194767"/>
                  <a:ext cx="564719" cy="232167"/>
                  <a:chOff x="3692365" y="2364736"/>
                  <a:chExt cx="933374" cy="383728"/>
                </a:xfrm>
              </p:grpSpPr>
              <p:pic>
                <p:nvPicPr>
                  <p:cNvPr id="101" name="그래픽 100" descr="열린 폴더 윤곽선">
                    <a:extLst>
                      <a:ext uri="{FF2B5EF4-FFF2-40B4-BE49-F238E27FC236}">
                        <a16:creationId xmlns:a16="http://schemas.microsoft.com/office/drawing/2014/main" id="{654C3AC6-E05D-1AC6-3B7D-F304275202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92365" y="2364736"/>
                    <a:ext cx="363081" cy="363081"/>
                  </a:xfrm>
                  <a:prstGeom prst="rect">
                    <a:avLst/>
                  </a:prstGeom>
                </p:spPr>
              </p:pic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0576787D-D4C5-685A-8A49-77A47BDC0913}"/>
                      </a:ext>
                    </a:extLst>
                  </p:cNvPr>
                  <p:cNvSpPr txBox="1"/>
                  <p:nvPr/>
                </p:nvSpPr>
                <p:spPr>
                  <a:xfrm>
                    <a:off x="4037027" y="2366943"/>
                    <a:ext cx="588712" cy="38152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bg1">
                            <a:lumMod val="6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.git</a:t>
                    </a:r>
                    <a:endParaRPr lang="ko-KR" altLang="en-US" sz="900" dirty="0">
                      <a:solidFill>
                        <a:schemeClr val="bg1">
                          <a:lumMod val="65000"/>
                        </a:schemeClr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  <p:sp>
              <p:nvSpPr>
                <p:cNvPr id="97" name="자유형: 도형 96">
                  <a:extLst>
                    <a:ext uri="{FF2B5EF4-FFF2-40B4-BE49-F238E27FC236}">
                      <a16:creationId xmlns:a16="http://schemas.microsoft.com/office/drawing/2014/main" id="{0AA92FAF-BD37-EAEA-4F1D-30B97AE2AA7C}"/>
                    </a:ext>
                  </a:extLst>
                </p:cNvPr>
                <p:cNvSpPr/>
                <p:nvPr/>
              </p:nvSpPr>
              <p:spPr>
                <a:xfrm rot="3089484" flipH="1">
                  <a:off x="7000284" y="2240985"/>
                  <a:ext cx="1033577" cy="265485"/>
                </a:xfrm>
                <a:custGeom>
                  <a:avLst/>
                  <a:gdLst>
                    <a:gd name="csX0" fmla="*/ 1490550 w 1708306"/>
                    <a:gd name="csY0" fmla="*/ 128959 h 438796"/>
                    <a:gd name="csX1" fmla="*/ 1542716 w 1708306"/>
                    <a:gd name="csY1" fmla="*/ 253152 h 438796"/>
                    <a:gd name="csX2" fmla="*/ 1418524 w 1708306"/>
                    <a:gd name="csY2" fmla="*/ 305318 h 438796"/>
                    <a:gd name="csX3" fmla="*/ 1366358 w 1708306"/>
                    <a:gd name="csY3" fmla="*/ 181125 h 438796"/>
                    <a:gd name="csX4" fmla="*/ 1490550 w 1708306"/>
                    <a:gd name="csY4" fmla="*/ 128959 h 438796"/>
                    <a:gd name="csX5" fmla="*/ 1488908 w 1708306"/>
                    <a:gd name="csY5" fmla="*/ 0 h 438796"/>
                    <a:gd name="csX6" fmla="*/ 0 w 1708306"/>
                    <a:gd name="csY6" fmla="*/ 0 h 438796"/>
                    <a:gd name="csX7" fmla="*/ 0 w 1708306"/>
                    <a:gd name="csY7" fmla="*/ 438796 h 438796"/>
                    <a:gd name="csX8" fmla="*/ 1488909 w 1708306"/>
                    <a:gd name="csY8" fmla="*/ 438796 h 438796"/>
                    <a:gd name="csX9" fmla="*/ 1708306 w 1708306"/>
                    <a:gd name="csY9" fmla="*/ 219398 h 438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08306" h="438796">
                      <a:moveTo>
                        <a:pt x="1490550" y="128959"/>
                      </a:moveTo>
                      <a:cubicBezTo>
                        <a:pt x="1539250" y="148848"/>
                        <a:pt x="1562606" y="204452"/>
                        <a:pt x="1542716" y="253152"/>
                      </a:cubicBezTo>
                      <a:cubicBezTo>
                        <a:pt x="1522827" y="301852"/>
                        <a:pt x="1467224" y="325207"/>
                        <a:pt x="1418524" y="305318"/>
                      </a:cubicBezTo>
                      <a:cubicBezTo>
                        <a:pt x="1369824" y="285428"/>
                        <a:pt x="1346468" y="229825"/>
                        <a:pt x="1366358" y="181125"/>
                      </a:cubicBezTo>
                      <a:cubicBezTo>
                        <a:pt x="1386247" y="132425"/>
                        <a:pt x="1441850" y="109069"/>
                        <a:pt x="1490550" y="128959"/>
                      </a:cubicBezTo>
                      <a:close/>
                      <a:moveTo>
                        <a:pt x="1488908" y="0"/>
                      </a:moveTo>
                      <a:lnTo>
                        <a:pt x="0" y="0"/>
                      </a:lnTo>
                      <a:lnTo>
                        <a:pt x="0" y="438796"/>
                      </a:lnTo>
                      <a:lnTo>
                        <a:pt x="1488909" y="438796"/>
                      </a:lnTo>
                      <a:lnTo>
                        <a:pt x="1708306" y="219398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ko-KR" altLang="en-US" sz="1000" dirty="0"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       나도 </a:t>
                  </a:r>
                  <a:r>
                    <a:rPr lang="ko-KR" altLang="en-US" sz="1000" dirty="0" err="1"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쓸래</a:t>
                  </a:r>
                  <a:endParaRPr lang="ko-KR" altLang="en-US" sz="1000" dirty="0"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98" name="그룹 97">
                  <a:extLst>
                    <a:ext uri="{FF2B5EF4-FFF2-40B4-BE49-F238E27FC236}">
                      <a16:creationId xmlns:a16="http://schemas.microsoft.com/office/drawing/2014/main" id="{E42EA025-BA66-7E57-9EAF-7772B7C0AEC4}"/>
                    </a:ext>
                  </a:extLst>
                </p:cNvPr>
                <p:cNvGrpSpPr/>
                <p:nvPr/>
              </p:nvGrpSpPr>
              <p:grpSpPr>
                <a:xfrm>
                  <a:off x="5771287" y="2417754"/>
                  <a:ext cx="1211415" cy="238379"/>
                  <a:chOff x="829326" y="1442533"/>
                  <a:chExt cx="2002238" cy="393996"/>
                </a:xfrm>
              </p:grpSpPr>
              <p:pic>
                <p:nvPicPr>
                  <p:cNvPr id="99" name="그래픽 98" descr="문서 단색으로 채워진">
                    <a:extLst>
                      <a:ext uri="{FF2B5EF4-FFF2-40B4-BE49-F238E27FC236}">
                        <a16:creationId xmlns:a16="http://schemas.microsoft.com/office/drawing/2014/main" id="{B30A8BA2-CDC7-E1D8-49C5-B26F2C5402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9326" y="1442533"/>
                    <a:ext cx="393996" cy="393996"/>
                  </a:xfrm>
                  <a:prstGeom prst="rect">
                    <a:avLst/>
                  </a:prstGeom>
                </p:spPr>
              </p:pic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1471636-1635-9A2C-1B45-936A44D8552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1618" y="1448769"/>
                    <a:ext cx="1629946" cy="38152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r>
                      <a:rPr lang="ko-KR" altLang="en-US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협업자의 일기</a:t>
                    </a:r>
                    <a:r>
                      <a:rPr lang="en-US" altLang="ko-KR" sz="900" dirty="0">
                        <a:solidFill>
                          <a:srgbClr val="191919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.txt</a:t>
                    </a:r>
                    <a:endParaRPr lang="ko-KR" altLang="en-US" sz="900" dirty="0">
                      <a:solidFill>
                        <a:srgbClr val="191919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</p:grp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86A7FD73-9D90-3811-1EB1-C51A55FFC523}"/>
              </a:ext>
            </a:extLst>
          </p:cNvPr>
          <p:cNvCxnSpPr>
            <a:cxnSpLocks/>
          </p:cNvCxnSpPr>
          <p:nvPr/>
        </p:nvCxnSpPr>
        <p:spPr>
          <a:xfrm flipH="1">
            <a:off x="3891151" y="3300662"/>
            <a:ext cx="1433776" cy="866448"/>
          </a:xfrm>
          <a:prstGeom prst="line">
            <a:avLst/>
          </a:prstGeom>
          <a:ln w="38100" cap="rnd">
            <a:solidFill>
              <a:srgbClr val="191919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E62CBA3-93B3-4A2B-D708-892DDC106D23}"/>
              </a:ext>
            </a:extLst>
          </p:cNvPr>
          <p:cNvCxnSpPr>
            <a:cxnSpLocks/>
          </p:cNvCxnSpPr>
          <p:nvPr/>
        </p:nvCxnSpPr>
        <p:spPr>
          <a:xfrm>
            <a:off x="6867075" y="3288652"/>
            <a:ext cx="1362670" cy="878458"/>
          </a:xfrm>
          <a:prstGeom prst="line">
            <a:avLst/>
          </a:prstGeom>
          <a:ln w="38100" cap="rnd">
            <a:solidFill>
              <a:srgbClr val="191919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550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ADC3-4E56-CF84-5CC8-9593C262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5ADF6-263E-1629-80F0-352286ED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[4] </a:t>
            </a:r>
            <a:r>
              <a:rPr lang="ko-KR" altLang="en-US"/>
              <a:t>평행 </a:t>
            </a:r>
            <a:r>
              <a:rPr lang="ko-KR" altLang="en-US" dirty="0"/>
              <a:t>우주 </a:t>
            </a:r>
            <a:r>
              <a:rPr lang="en-US" altLang="ko-KR"/>
              <a:t>(</a:t>
            </a:r>
            <a:r>
              <a:rPr lang="ko-KR" altLang="en-US"/>
              <a:t>브랜치</a:t>
            </a:r>
            <a:r>
              <a:rPr lang="en-US" altLang="ko-KR"/>
              <a:t>)</a:t>
            </a:r>
            <a:endParaRPr lang="ko-KR" altLang="en-US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F7D14C5-0A73-0AEC-C59A-E4D9DF607A8F}"/>
              </a:ext>
            </a:extLst>
          </p:cNvPr>
          <p:cNvGrpSpPr/>
          <p:nvPr/>
        </p:nvGrpSpPr>
        <p:grpSpPr>
          <a:xfrm>
            <a:off x="624191" y="1413993"/>
            <a:ext cx="3438521" cy="633221"/>
            <a:chOff x="2980795" y="4945510"/>
            <a:chExt cx="3438521" cy="63322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187F819-C929-32B6-2634-CCD72A992010}"/>
                </a:ext>
              </a:extLst>
            </p:cNvPr>
            <p:cNvSpPr txBox="1"/>
            <p:nvPr/>
          </p:nvSpPr>
          <p:spPr>
            <a:xfrm>
              <a:off x="3049555" y="5230803"/>
              <a:ext cx="1146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branch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0CB2DB8F-8721-5724-491C-4DB8036E1526}"/>
                </a:ext>
              </a:extLst>
            </p:cNvPr>
            <p:cNvSpPr/>
            <p:nvPr/>
          </p:nvSpPr>
          <p:spPr>
            <a:xfrm>
              <a:off x="2980795" y="5090149"/>
              <a:ext cx="3438521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66C3FBF-8548-238E-241E-522E64C3B541}"/>
                </a:ext>
              </a:extLst>
            </p:cNvPr>
            <p:cNvSpPr txBox="1"/>
            <p:nvPr/>
          </p:nvSpPr>
          <p:spPr>
            <a:xfrm>
              <a:off x="3106066" y="4945510"/>
              <a:ext cx="17139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현재 </a:t>
              </a:r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목록 확인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5AFD3D2-8953-12F4-BBC6-E14A08ACD0E1}"/>
              </a:ext>
            </a:extLst>
          </p:cNvPr>
          <p:cNvGrpSpPr/>
          <p:nvPr/>
        </p:nvGrpSpPr>
        <p:grpSpPr>
          <a:xfrm>
            <a:off x="624192" y="2189497"/>
            <a:ext cx="3438522" cy="633221"/>
            <a:chOff x="2980796" y="4945510"/>
            <a:chExt cx="3438522" cy="633221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05F4A30-F8C1-3163-2165-84A3D1758C5A}"/>
                </a:ext>
              </a:extLst>
            </p:cNvPr>
            <p:cNvSpPr txBox="1"/>
            <p:nvPr/>
          </p:nvSpPr>
          <p:spPr>
            <a:xfrm>
              <a:off x="3049555" y="5230803"/>
              <a:ext cx="22862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branch [</a:t>
              </a:r>
              <a:r>
                <a: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새 </a:t>
              </a:r>
              <a:r>
                <a:rPr lang="ko-KR" altLang="en-US" sz="1600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브랜치명</a:t>
              </a: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]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37B86F05-5CF4-DF23-7F89-79B8F9A63D31}"/>
                </a:ext>
              </a:extLst>
            </p:cNvPr>
            <p:cNvSpPr/>
            <p:nvPr/>
          </p:nvSpPr>
          <p:spPr>
            <a:xfrm>
              <a:off x="2980796" y="5090149"/>
              <a:ext cx="3438522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409BF18-90D0-256F-B955-0EEE5A0FB9A4}"/>
                </a:ext>
              </a:extLst>
            </p:cNvPr>
            <p:cNvSpPr txBox="1"/>
            <p:nvPr/>
          </p:nvSpPr>
          <p:spPr>
            <a:xfrm>
              <a:off x="3106066" y="4945510"/>
              <a:ext cx="308770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기존 코드에서 뻗어 나가는 새 </a:t>
              </a:r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생성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55165B3F-01C4-6C62-45EF-41CDAA66FD84}"/>
              </a:ext>
            </a:extLst>
          </p:cNvPr>
          <p:cNvGrpSpPr/>
          <p:nvPr/>
        </p:nvGrpSpPr>
        <p:grpSpPr>
          <a:xfrm>
            <a:off x="624192" y="2965001"/>
            <a:ext cx="3438522" cy="633221"/>
            <a:chOff x="2980796" y="4945510"/>
            <a:chExt cx="3438522" cy="633221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DFD5ABC-D8EA-11BC-0900-3F8FA08B6978}"/>
                </a:ext>
              </a:extLst>
            </p:cNvPr>
            <p:cNvSpPr txBox="1"/>
            <p:nvPr/>
          </p:nvSpPr>
          <p:spPr>
            <a:xfrm>
              <a:off x="3049555" y="5230803"/>
              <a:ext cx="20233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switch [</a:t>
              </a:r>
              <a:r>
                <a:rPr lang="ko-KR" altLang="en-US" sz="1600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브랜치명</a:t>
              </a: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]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D9B944EC-ECB3-F07A-F17F-080677CBD364}"/>
                </a:ext>
              </a:extLst>
            </p:cNvPr>
            <p:cNvSpPr/>
            <p:nvPr/>
          </p:nvSpPr>
          <p:spPr>
            <a:xfrm>
              <a:off x="2980796" y="5090149"/>
              <a:ext cx="3438522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F34C93E-DDC8-7DB6-AC77-93A41BA2C57C}"/>
                </a:ext>
              </a:extLst>
            </p:cNvPr>
            <p:cNvSpPr txBox="1"/>
            <p:nvPr/>
          </p:nvSpPr>
          <p:spPr>
            <a:xfrm>
              <a:off x="3106066" y="4945510"/>
              <a:ext cx="131638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이동하기</a:t>
              </a: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3C69B1CA-8580-6C82-E92C-0659865EB9A1}"/>
              </a:ext>
            </a:extLst>
          </p:cNvPr>
          <p:cNvGrpSpPr/>
          <p:nvPr/>
        </p:nvGrpSpPr>
        <p:grpSpPr>
          <a:xfrm>
            <a:off x="624192" y="3753235"/>
            <a:ext cx="3438522" cy="633221"/>
            <a:chOff x="2980796" y="4945510"/>
            <a:chExt cx="3438522" cy="633221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D838725-CE05-3508-FEF9-362A56BF1EB4}"/>
                </a:ext>
              </a:extLst>
            </p:cNvPr>
            <p:cNvSpPr txBox="1"/>
            <p:nvPr/>
          </p:nvSpPr>
          <p:spPr>
            <a:xfrm>
              <a:off x="3049555" y="5230803"/>
              <a:ext cx="25875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 merge [</a:t>
              </a:r>
              <a:r>
                <a:rPr lang="ko-KR" altLang="en-US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가져올 </a:t>
              </a:r>
              <a:r>
                <a:rPr lang="ko-KR" altLang="en-US" sz="1600" dirty="0" err="1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브랜치명</a:t>
              </a:r>
              <a:r>
                <a:rPr lang="en-US" altLang="ko-KR" sz="1600" dirty="0">
                  <a:solidFill>
                    <a:srgbClr val="19191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]</a:t>
              </a:r>
              <a:endParaRPr lang="ko-KR" altLang="en-US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B5BCCF6D-C54B-57E8-BC73-CD743A9DD9CD}"/>
                </a:ext>
              </a:extLst>
            </p:cNvPr>
            <p:cNvSpPr/>
            <p:nvPr/>
          </p:nvSpPr>
          <p:spPr>
            <a:xfrm>
              <a:off x="2980796" y="5090149"/>
              <a:ext cx="3438522" cy="48858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9F3425-974F-477A-6674-C671341AAB50}"/>
                </a:ext>
              </a:extLst>
            </p:cNvPr>
            <p:cNvSpPr txBox="1"/>
            <p:nvPr/>
          </p:nvSpPr>
          <p:spPr>
            <a:xfrm>
              <a:off x="3106066" y="4945510"/>
              <a:ext cx="167065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원래 </a:t>
              </a:r>
              <a:r>
                <a:rPr lang="ko-KR" altLang="en-US" sz="140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브랜치에</a:t>
              </a:r>
              <a:r>
                <a:rPr lang="ko-KR" altLang="en-US" sz="140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합치기</a:t>
              </a:r>
            </a:p>
          </p:txBody>
        </p:sp>
      </p:grpSp>
      <p:sp>
        <p:nvSpPr>
          <p:cNvPr id="139" name="타원 138">
            <a:extLst>
              <a:ext uri="{FF2B5EF4-FFF2-40B4-BE49-F238E27FC236}">
                <a16:creationId xmlns:a16="http://schemas.microsoft.com/office/drawing/2014/main" id="{7DE34454-84E3-7BA5-9FD5-F8C6E30A8865}"/>
              </a:ext>
            </a:extLst>
          </p:cNvPr>
          <p:cNvSpPr/>
          <p:nvPr/>
        </p:nvSpPr>
        <p:spPr>
          <a:xfrm>
            <a:off x="9371061" y="1793549"/>
            <a:ext cx="488582" cy="488582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C91060B4-F892-F828-AE55-54C2BBD7AA15}"/>
              </a:ext>
            </a:extLst>
          </p:cNvPr>
          <p:cNvSpPr/>
          <p:nvPr/>
        </p:nvSpPr>
        <p:spPr>
          <a:xfrm>
            <a:off x="8263024" y="2947908"/>
            <a:ext cx="488582" cy="488582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CA84D742-783A-0DAD-FD6C-D98B0722232C}"/>
              </a:ext>
            </a:extLst>
          </p:cNvPr>
          <p:cNvSpPr/>
          <p:nvPr/>
        </p:nvSpPr>
        <p:spPr>
          <a:xfrm>
            <a:off x="10479098" y="2947908"/>
            <a:ext cx="488582" cy="488582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5C5ED985-AE3F-A462-0AE6-DB18CF1CF967}"/>
              </a:ext>
            </a:extLst>
          </p:cNvPr>
          <p:cNvCxnSpPr>
            <a:stCxn id="139" idx="3"/>
            <a:endCxn id="140" idx="7"/>
          </p:cNvCxnSpPr>
          <p:nvPr/>
        </p:nvCxnSpPr>
        <p:spPr>
          <a:xfrm flipH="1">
            <a:off x="8680055" y="2210580"/>
            <a:ext cx="762557" cy="808879"/>
          </a:xfrm>
          <a:prstGeom prst="line">
            <a:avLst/>
          </a:prstGeom>
          <a:ln w="38100" cap="rnd">
            <a:solidFill>
              <a:srgbClr val="191919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45227F12-C2DA-664B-2BD0-BB81CA246F50}"/>
              </a:ext>
            </a:extLst>
          </p:cNvPr>
          <p:cNvCxnSpPr>
            <a:cxnSpLocks/>
            <a:stCxn id="139" idx="5"/>
            <a:endCxn id="141" idx="1"/>
          </p:cNvCxnSpPr>
          <p:nvPr/>
        </p:nvCxnSpPr>
        <p:spPr>
          <a:xfrm>
            <a:off x="9788092" y="2210580"/>
            <a:ext cx="762557" cy="808879"/>
          </a:xfrm>
          <a:prstGeom prst="line">
            <a:avLst/>
          </a:prstGeom>
          <a:ln w="38100" cap="rnd">
            <a:solidFill>
              <a:srgbClr val="191919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651BA545-C4DA-C82B-3905-B58946002700}"/>
              </a:ext>
            </a:extLst>
          </p:cNvPr>
          <p:cNvSpPr txBox="1"/>
          <p:nvPr/>
        </p:nvSpPr>
        <p:spPr>
          <a:xfrm>
            <a:off x="9292988" y="2263393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main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FDC250C-3D75-6839-5897-202D8ACF4B7A}"/>
              </a:ext>
            </a:extLst>
          </p:cNvPr>
          <p:cNvSpPr txBox="1"/>
          <p:nvPr/>
        </p:nvSpPr>
        <p:spPr>
          <a:xfrm>
            <a:off x="7912441" y="3414681"/>
            <a:ext cx="1189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hyeongjun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1369863-FE6B-CF10-44F7-F75136A51FF6}"/>
              </a:ext>
            </a:extLst>
          </p:cNvPr>
          <p:cNvSpPr txBox="1"/>
          <p:nvPr/>
        </p:nvSpPr>
        <p:spPr>
          <a:xfrm>
            <a:off x="10242328" y="3414681"/>
            <a:ext cx="96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rgbClr val="19191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taeyeop</a:t>
            </a:r>
            <a:endParaRPr lang="ko-KR" altLang="en-US" sz="1600" dirty="0">
              <a:solidFill>
                <a:srgbClr val="191919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9240FE6-992E-8D82-8EAD-D96658A6BF00}"/>
              </a:ext>
            </a:extLst>
          </p:cNvPr>
          <p:cNvSpPr txBox="1"/>
          <p:nvPr/>
        </p:nvSpPr>
        <p:spPr>
          <a:xfrm>
            <a:off x="7351389" y="3693212"/>
            <a:ext cx="2311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(0)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일단 형준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브랜치를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만들고 이동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branch </a:t>
            </a:r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hyeongjun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switch </a:t>
            </a:r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hyeongjun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D8B6BED-E087-E30D-AD65-E0DAE9E1F2A1}"/>
              </a:ext>
            </a:extLst>
          </p:cNvPr>
          <p:cNvSpPr txBox="1"/>
          <p:nvPr/>
        </p:nvSpPr>
        <p:spPr>
          <a:xfrm>
            <a:off x="7731671" y="1444771"/>
            <a:ext cx="3767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(1)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최상위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브랜치인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main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브랜치가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업데이트 되었다고 가정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17E0E53-974B-F7AD-F014-412B79FEE3C4}"/>
              </a:ext>
            </a:extLst>
          </p:cNvPr>
          <p:cNvSpPr txBox="1"/>
          <p:nvPr/>
        </p:nvSpPr>
        <p:spPr>
          <a:xfrm>
            <a:off x="5674661" y="4504236"/>
            <a:ext cx="5665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(2) main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브랜치에서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뻗어온 </a:t>
            </a:r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hyeongjun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브랜치인데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main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업데이트가 있었으므로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pull origin main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을 통해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Local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Storage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main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업데이트 내역 받아오기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A71F071-016B-BEF7-595D-EAFCF4AA5A30}"/>
              </a:ext>
            </a:extLst>
          </p:cNvPr>
          <p:cNvSpPr txBox="1"/>
          <p:nvPr/>
        </p:nvSpPr>
        <p:spPr>
          <a:xfrm>
            <a:off x="6109889" y="5073959"/>
            <a:ext cx="47949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(3)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내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브랜치에서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작업 중 기능 추가가 완료되었다면 내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브랜치에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일단 업로드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add .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commit –m “feat: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기능 추가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“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push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81C77DB-D092-CF9A-C824-7A9E52CC14DD}"/>
              </a:ext>
            </a:extLst>
          </p:cNvPr>
          <p:cNvSpPr txBox="1"/>
          <p:nvPr/>
        </p:nvSpPr>
        <p:spPr>
          <a:xfrm>
            <a:off x="4494884" y="2223627"/>
            <a:ext cx="4650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(4) main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브랜치를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내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브랜치에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합쳐야하므로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main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브랜치로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이동 후 병합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switch main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git merge </a:t>
            </a:r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hyeongjun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806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D397-EE52-B788-4753-FA9EBF45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387796D-6846-815D-634E-7A6F243D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고생하셨습니다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46962-0B11-1B09-DE35-2C82B6F5FA17}"/>
              </a:ext>
            </a:extLst>
          </p:cNvPr>
          <p:cNvSpPr txBox="1"/>
          <p:nvPr/>
        </p:nvSpPr>
        <p:spPr>
          <a:xfrm>
            <a:off x="5534791" y="5781353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 파이팅</a:t>
            </a:r>
          </a:p>
        </p:txBody>
      </p:sp>
    </p:spTree>
    <p:extLst>
      <p:ext uri="{BB962C8B-B14F-4D97-AF65-F5344CB8AC3E}">
        <p14:creationId xmlns:p14="http://schemas.microsoft.com/office/powerpoint/2010/main" val="359517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91919"/>
        </a:solidFill>
        <a:ln>
          <a:noFill/>
        </a:ln>
      </a:spPr>
      <a:bodyPr rtlCol="0" anchor="ctr"/>
      <a:lstStyle>
        <a:defPPr algn="ctr">
          <a:defRPr sz="1600" dirty="0" smtClean="0">
            <a:latin typeface="Pretendard SemiBold" panose="02000703000000020004" pitchFamily="50" charset="-127"/>
            <a:ea typeface="Pretendard SemiBold" panose="02000703000000020004" pitchFamily="50" charset="-127"/>
            <a:cs typeface="Pretendard SemiBold" panose="02000703000000020004" pitchFamily="50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rnd">
          <a:solidFill>
            <a:srgbClr val="191919"/>
          </a:solidFill>
          <a:round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>
            <a:solidFill>
              <a:srgbClr val="191919"/>
            </a:solidFill>
            <a:latin typeface="Pretendard SemiBold" panose="02000703000000020004" pitchFamily="50" charset="-127"/>
            <a:ea typeface="Pretendard SemiBold" panose="02000703000000020004" pitchFamily="50" charset="-127"/>
            <a:cs typeface="Pretendard SemiBold" panose="020007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964</Words>
  <Application>Microsoft Office PowerPoint</Application>
  <PresentationFormat>와이드스크린</PresentationFormat>
  <Paragraphs>241</Paragraphs>
  <Slides>19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Pretendard ExtraBold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사전 준비</vt:lpstr>
      <vt:lpstr>사전 준비</vt:lpstr>
      <vt:lpstr>[0] 사전 준비</vt:lpstr>
      <vt:lpstr>[0] 깃(Git)이란?</vt:lpstr>
      <vt:lpstr>[0] 깃(Git)이란?</vt:lpstr>
      <vt:lpstr>[0] 깃(Git)이란?</vt:lpstr>
      <vt:lpstr>[0] 깃(Git)이란?</vt:lpstr>
      <vt:lpstr>[0] 깃허브(GitHub)란?</vt:lpstr>
      <vt:lpstr>[1] 내 컴퓨터에서 Git 준비</vt:lpstr>
      <vt:lpstr>[2] 내 컴퓨터에 세이브 파일 생성</vt:lpstr>
      <vt:lpstr>[3] GitHub 연동하기</vt:lpstr>
      <vt:lpstr>[3] GitHub 연동하기</vt:lpstr>
      <vt:lpstr>[3] GitHub 연동하기</vt:lpstr>
      <vt:lpstr>[3] GitHub 연동하기</vt:lpstr>
      <vt:lpstr>[3] GitHub 연동하기</vt:lpstr>
      <vt:lpstr>[4] 평행 우주 (브랜치)</vt:lpstr>
      <vt:lpstr>[4] 평행 우주 (브랜치)</vt:lpstr>
      <vt:lpstr>고생하셨습니다.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김형준</dc:creator>
  <cp:lastModifiedBy>김형준</cp:lastModifiedBy>
  <cp:revision>1009</cp:revision>
  <dcterms:created xsi:type="dcterms:W3CDTF">2026-03-05T00:10:10Z</dcterms:created>
  <dcterms:modified xsi:type="dcterms:W3CDTF">2026-03-17T08:32:56Z</dcterms:modified>
</cp:coreProperties>
</file>